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6A2291-C7F7-422B-8E7D-B1C27A95F409}" v="570" dt="2024-12-17T14:16:43.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14718B-6AD7-4938-8674-FD9F0EBF3651}"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843AD36B-2657-4B33-80CF-81161D3C8FAB}">
      <dgm:prSet/>
      <dgm:spPr/>
      <dgm:t>
        <a:bodyPr/>
        <a:lstStyle/>
        <a:p>
          <a:r>
            <a:rPr lang="en-GB"/>
            <a:t>Handling Missing Data</a:t>
          </a:r>
          <a:endParaRPr lang="en-US"/>
        </a:p>
      </dgm:t>
    </dgm:pt>
    <dgm:pt modelId="{ED800DB3-A3BC-4352-B7B8-57B0F21E7938}" type="parTrans" cxnId="{251A049A-57AB-4DC3-B5C2-10EB42473D48}">
      <dgm:prSet/>
      <dgm:spPr/>
      <dgm:t>
        <a:bodyPr/>
        <a:lstStyle/>
        <a:p>
          <a:endParaRPr lang="en-US"/>
        </a:p>
      </dgm:t>
    </dgm:pt>
    <dgm:pt modelId="{EB064552-D4B8-4D25-87BB-68BFFA47E732}" type="sibTrans" cxnId="{251A049A-57AB-4DC3-B5C2-10EB42473D48}">
      <dgm:prSet/>
      <dgm:spPr/>
      <dgm:t>
        <a:bodyPr/>
        <a:lstStyle/>
        <a:p>
          <a:endParaRPr lang="en-US"/>
        </a:p>
      </dgm:t>
    </dgm:pt>
    <dgm:pt modelId="{4DB878B5-282B-4179-AEAC-B2011BC9C7E0}">
      <dgm:prSet/>
      <dgm:spPr/>
      <dgm:t>
        <a:bodyPr/>
        <a:lstStyle/>
        <a:p>
          <a:r>
            <a:rPr lang="en-GB"/>
            <a:t>Outlier Detection and Treatment</a:t>
          </a:r>
          <a:endParaRPr lang="en-US"/>
        </a:p>
      </dgm:t>
    </dgm:pt>
    <dgm:pt modelId="{089E6D26-1ED2-45AA-802E-67F7520E2025}" type="parTrans" cxnId="{467A84B2-BD9E-46DB-BD63-DCAAD5F7FD30}">
      <dgm:prSet/>
      <dgm:spPr/>
      <dgm:t>
        <a:bodyPr/>
        <a:lstStyle/>
        <a:p>
          <a:endParaRPr lang="en-US"/>
        </a:p>
      </dgm:t>
    </dgm:pt>
    <dgm:pt modelId="{9640D459-347B-4CB5-BE9B-C65CF90B6C12}" type="sibTrans" cxnId="{467A84B2-BD9E-46DB-BD63-DCAAD5F7FD30}">
      <dgm:prSet/>
      <dgm:spPr/>
      <dgm:t>
        <a:bodyPr/>
        <a:lstStyle/>
        <a:p>
          <a:endParaRPr lang="en-US"/>
        </a:p>
      </dgm:t>
    </dgm:pt>
    <dgm:pt modelId="{004EA5C2-3373-4AD0-8B65-91FE61A52097}">
      <dgm:prSet/>
      <dgm:spPr/>
      <dgm:t>
        <a:bodyPr/>
        <a:lstStyle/>
        <a:p>
          <a:r>
            <a:rPr lang="en-GB"/>
            <a:t>Feature Engineering</a:t>
          </a:r>
          <a:endParaRPr lang="en-US"/>
        </a:p>
      </dgm:t>
    </dgm:pt>
    <dgm:pt modelId="{0E1EF5D9-3B1B-4AAB-8DD4-96EDDA91D78F}" type="parTrans" cxnId="{E9D7A7D8-028E-494B-848F-C98084B0A07F}">
      <dgm:prSet/>
      <dgm:spPr/>
      <dgm:t>
        <a:bodyPr/>
        <a:lstStyle/>
        <a:p>
          <a:endParaRPr lang="en-US"/>
        </a:p>
      </dgm:t>
    </dgm:pt>
    <dgm:pt modelId="{093BC222-C32F-4995-B381-2AAFAD8991B8}" type="sibTrans" cxnId="{E9D7A7D8-028E-494B-848F-C98084B0A07F}">
      <dgm:prSet/>
      <dgm:spPr/>
      <dgm:t>
        <a:bodyPr/>
        <a:lstStyle/>
        <a:p>
          <a:endParaRPr lang="en-US"/>
        </a:p>
      </dgm:t>
    </dgm:pt>
    <dgm:pt modelId="{38CC2E22-3F10-4F2E-85CB-08665B1E7B58}">
      <dgm:prSet/>
      <dgm:spPr/>
      <dgm:t>
        <a:bodyPr/>
        <a:lstStyle/>
        <a:p>
          <a:r>
            <a:rPr lang="en-GB"/>
            <a:t>Feature Importance</a:t>
          </a:r>
          <a:endParaRPr lang="en-US"/>
        </a:p>
      </dgm:t>
    </dgm:pt>
    <dgm:pt modelId="{6AD6C720-EAD7-4718-8C34-1B2B7E5C103F}" type="parTrans" cxnId="{149EFB03-0953-46DD-96AE-8BCAC83004BD}">
      <dgm:prSet/>
      <dgm:spPr/>
      <dgm:t>
        <a:bodyPr/>
        <a:lstStyle/>
        <a:p>
          <a:endParaRPr lang="en-US"/>
        </a:p>
      </dgm:t>
    </dgm:pt>
    <dgm:pt modelId="{9E9CDEA1-A065-46EF-8893-FEA647B69E9E}" type="sibTrans" cxnId="{149EFB03-0953-46DD-96AE-8BCAC83004BD}">
      <dgm:prSet/>
      <dgm:spPr/>
      <dgm:t>
        <a:bodyPr/>
        <a:lstStyle/>
        <a:p>
          <a:endParaRPr lang="en-US"/>
        </a:p>
      </dgm:t>
    </dgm:pt>
    <dgm:pt modelId="{B5A3D644-0BB0-4810-A03C-023740FE3F05}">
      <dgm:prSet/>
      <dgm:spPr/>
      <dgm:t>
        <a:bodyPr/>
        <a:lstStyle/>
        <a:p>
          <a:r>
            <a:rPr lang="en-GB"/>
            <a:t>Model Comparison and Optimization</a:t>
          </a:r>
          <a:endParaRPr lang="en-US"/>
        </a:p>
      </dgm:t>
    </dgm:pt>
    <dgm:pt modelId="{39D2D109-842F-42D4-8166-E07E69373986}" type="parTrans" cxnId="{809244E5-2365-4FD0-BB46-3F9E16C83530}">
      <dgm:prSet/>
      <dgm:spPr/>
      <dgm:t>
        <a:bodyPr/>
        <a:lstStyle/>
        <a:p>
          <a:endParaRPr lang="en-US"/>
        </a:p>
      </dgm:t>
    </dgm:pt>
    <dgm:pt modelId="{B3B900ED-58BB-43B5-935D-E60CE790557E}" type="sibTrans" cxnId="{809244E5-2365-4FD0-BB46-3F9E16C83530}">
      <dgm:prSet/>
      <dgm:spPr/>
      <dgm:t>
        <a:bodyPr/>
        <a:lstStyle/>
        <a:p>
          <a:endParaRPr lang="en-US"/>
        </a:p>
      </dgm:t>
    </dgm:pt>
    <dgm:pt modelId="{7D7A78F0-2103-4AD2-AE5E-809C6FB1F2D7}" type="pres">
      <dgm:prSet presAssocID="{4214718B-6AD7-4938-8674-FD9F0EBF3651}" presName="vert0" presStyleCnt="0">
        <dgm:presLayoutVars>
          <dgm:dir/>
          <dgm:animOne val="branch"/>
          <dgm:animLvl val="lvl"/>
        </dgm:presLayoutVars>
      </dgm:prSet>
      <dgm:spPr/>
    </dgm:pt>
    <dgm:pt modelId="{F00977FD-D43D-46E1-9ADB-EDF79444F3AB}" type="pres">
      <dgm:prSet presAssocID="{843AD36B-2657-4B33-80CF-81161D3C8FAB}" presName="thickLine" presStyleLbl="alignNode1" presStyleIdx="0" presStyleCnt="5"/>
      <dgm:spPr/>
    </dgm:pt>
    <dgm:pt modelId="{33EC3B83-F69E-43CB-9100-A95959F25EB4}" type="pres">
      <dgm:prSet presAssocID="{843AD36B-2657-4B33-80CF-81161D3C8FAB}" presName="horz1" presStyleCnt="0"/>
      <dgm:spPr/>
    </dgm:pt>
    <dgm:pt modelId="{4051C0D9-E3C9-4719-A7C8-051281AC5D45}" type="pres">
      <dgm:prSet presAssocID="{843AD36B-2657-4B33-80CF-81161D3C8FAB}" presName="tx1" presStyleLbl="revTx" presStyleIdx="0" presStyleCnt="5"/>
      <dgm:spPr/>
    </dgm:pt>
    <dgm:pt modelId="{228B98D2-7BD6-40D1-AA0D-38FBB1DB9F3A}" type="pres">
      <dgm:prSet presAssocID="{843AD36B-2657-4B33-80CF-81161D3C8FAB}" presName="vert1" presStyleCnt="0"/>
      <dgm:spPr/>
    </dgm:pt>
    <dgm:pt modelId="{AEEDA0A3-D6F8-473D-B0A6-4E5839AADF3C}" type="pres">
      <dgm:prSet presAssocID="{4DB878B5-282B-4179-AEAC-B2011BC9C7E0}" presName="thickLine" presStyleLbl="alignNode1" presStyleIdx="1" presStyleCnt="5"/>
      <dgm:spPr/>
    </dgm:pt>
    <dgm:pt modelId="{A65692DF-D0F1-4563-BB0F-F9A7CD4177E4}" type="pres">
      <dgm:prSet presAssocID="{4DB878B5-282B-4179-AEAC-B2011BC9C7E0}" presName="horz1" presStyleCnt="0"/>
      <dgm:spPr/>
    </dgm:pt>
    <dgm:pt modelId="{A01648C6-1341-4EF8-B52B-C4B1C6ED7824}" type="pres">
      <dgm:prSet presAssocID="{4DB878B5-282B-4179-AEAC-B2011BC9C7E0}" presName="tx1" presStyleLbl="revTx" presStyleIdx="1" presStyleCnt="5"/>
      <dgm:spPr/>
    </dgm:pt>
    <dgm:pt modelId="{FB6781EF-E655-4BA5-B923-4C5185E2EC84}" type="pres">
      <dgm:prSet presAssocID="{4DB878B5-282B-4179-AEAC-B2011BC9C7E0}" presName="vert1" presStyleCnt="0"/>
      <dgm:spPr/>
    </dgm:pt>
    <dgm:pt modelId="{652129E0-ADE1-49E8-B7FB-05D96BC2E4C4}" type="pres">
      <dgm:prSet presAssocID="{004EA5C2-3373-4AD0-8B65-91FE61A52097}" presName="thickLine" presStyleLbl="alignNode1" presStyleIdx="2" presStyleCnt="5"/>
      <dgm:spPr/>
    </dgm:pt>
    <dgm:pt modelId="{3F187BA7-B4C4-4F27-A477-17ED5FFD5F04}" type="pres">
      <dgm:prSet presAssocID="{004EA5C2-3373-4AD0-8B65-91FE61A52097}" presName="horz1" presStyleCnt="0"/>
      <dgm:spPr/>
    </dgm:pt>
    <dgm:pt modelId="{F99D612E-787C-4038-BD3E-0AA9EE89B017}" type="pres">
      <dgm:prSet presAssocID="{004EA5C2-3373-4AD0-8B65-91FE61A52097}" presName="tx1" presStyleLbl="revTx" presStyleIdx="2" presStyleCnt="5"/>
      <dgm:spPr/>
    </dgm:pt>
    <dgm:pt modelId="{00B16DE3-2A15-4727-9E70-63FC5E99EDE8}" type="pres">
      <dgm:prSet presAssocID="{004EA5C2-3373-4AD0-8B65-91FE61A52097}" presName="vert1" presStyleCnt="0"/>
      <dgm:spPr/>
    </dgm:pt>
    <dgm:pt modelId="{D977F86E-AA91-4BD9-8842-0AF5D86BE825}" type="pres">
      <dgm:prSet presAssocID="{38CC2E22-3F10-4F2E-85CB-08665B1E7B58}" presName="thickLine" presStyleLbl="alignNode1" presStyleIdx="3" presStyleCnt="5"/>
      <dgm:spPr/>
    </dgm:pt>
    <dgm:pt modelId="{14CADC15-D1E9-4AC6-9A8A-3F473E411779}" type="pres">
      <dgm:prSet presAssocID="{38CC2E22-3F10-4F2E-85CB-08665B1E7B58}" presName="horz1" presStyleCnt="0"/>
      <dgm:spPr/>
    </dgm:pt>
    <dgm:pt modelId="{8E1C2E95-5634-42E3-83EC-7199AE09EBED}" type="pres">
      <dgm:prSet presAssocID="{38CC2E22-3F10-4F2E-85CB-08665B1E7B58}" presName="tx1" presStyleLbl="revTx" presStyleIdx="3" presStyleCnt="5"/>
      <dgm:spPr/>
    </dgm:pt>
    <dgm:pt modelId="{57CD37D0-4B61-4963-BF21-598740AF8996}" type="pres">
      <dgm:prSet presAssocID="{38CC2E22-3F10-4F2E-85CB-08665B1E7B58}" presName="vert1" presStyleCnt="0"/>
      <dgm:spPr/>
    </dgm:pt>
    <dgm:pt modelId="{918164CB-CBA5-401C-B7F8-2B9FA4C620DE}" type="pres">
      <dgm:prSet presAssocID="{B5A3D644-0BB0-4810-A03C-023740FE3F05}" presName="thickLine" presStyleLbl="alignNode1" presStyleIdx="4" presStyleCnt="5"/>
      <dgm:spPr/>
    </dgm:pt>
    <dgm:pt modelId="{1EC65A48-A29A-4065-B7E7-5AECAABF7B78}" type="pres">
      <dgm:prSet presAssocID="{B5A3D644-0BB0-4810-A03C-023740FE3F05}" presName="horz1" presStyleCnt="0"/>
      <dgm:spPr/>
    </dgm:pt>
    <dgm:pt modelId="{6986298F-4D2E-4F52-9563-43C7B64A7FD8}" type="pres">
      <dgm:prSet presAssocID="{B5A3D644-0BB0-4810-A03C-023740FE3F05}" presName="tx1" presStyleLbl="revTx" presStyleIdx="4" presStyleCnt="5"/>
      <dgm:spPr/>
    </dgm:pt>
    <dgm:pt modelId="{BBEA0A41-B050-4445-B609-1FA31FA8C8A7}" type="pres">
      <dgm:prSet presAssocID="{B5A3D644-0BB0-4810-A03C-023740FE3F05}" presName="vert1" presStyleCnt="0"/>
      <dgm:spPr/>
    </dgm:pt>
  </dgm:ptLst>
  <dgm:cxnLst>
    <dgm:cxn modelId="{149EFB03-0953-46DD-96AE-8BCAC83004BD}" srcId="{4214718B-6AD7-4938-8674-FD9F0EBF3651}" destId="{38CC2E22-3F10-4F2E-85CB-08665B1E7B58}" srcOrd="3" destOrd="0" parTransId="{6AD6C720-EAD7-4718-8C34-1B2B7E5C103F}" sibTransId="{9E9CDEA1-A065-46EF-8893-FEA647B69E9E}"/>
    <dgm:cxn modelId="{E6F72317-8EA6-4716-8539-53BAA9678B2D}" type="presOf" srcId="{4DB878B5-282B-4179-AEAC-B2011BC9C7E0}" destId="{A01648C6-1341-4EF8-B52B-C4B1C6ED7824}" srcOrd="0" destOrd="0" presId="urn:microsoft.com/office/officeart/2008/layout/LinedList"/>
    <dgm:cxn modelId="{DD939A30-959C-4A69-9043-E760902745FA}" type="presOf" srcId="{4214718B-6AD7-4938-8674-FD9F0EBF3651}" destId="{7D7A78F0-2103-4AD2-AE5E-809C6FB1F2D7}" srcOrd="0" destOrd="0" presId="urn:microsoft.com/office/officeart/2008/layout/LinedList"/>
    <dgm:cxn modelId="{C0EBC969-A33D-4AC6-9A44-D919DB577B59}" type="presOf" srcId="{004EA5C2-3373-4AD0-8B65-91FE61A52097}" destId="{F99D612E-787C-4038-BD3E-0AA9EE89B017}" srcOrd="0" destOrd="0" presId="urn:microsoft.com/office/officeart/2008/layout/LinedList"/>
    <dgm:cxn modelId="{36AD1F82-3CF9-481A-B765-7F731BB4BA6C}" type="presOf" srcId="{38CC2E22-3F10-4F2E-85CB-08665B1E7B58}" destId="{8E1C2E95-5634-42E3-83EC-7199AE09EBED}" srcOrd="0" destOrd="0" presId="urn:microsoft.com/office/officeart/2008/layout/LinedList"/>
    <dgm:cxn modelId="{14D16890-12AC-44BA-A74F-12CCE514D1E4}" type="presOf" srcId="{843AD36B-2657-4B33-80CF-81161D3C8FAB}" destId="{4051C0D9-E3C9-4719-A7C8-051281AC5D45}" srcOrd="0" destOrd="0" presId="urn:microsoft.com/office/officeart/2008/layout/LinedList"/>
    <dgm:cxn modelId="{251A049A-57AB-4DC3-B5C2-10EB42473D48}" srcId="{4214718B-6AD7-4938-8674-FD9F0EBF3651}" destId="{843AD36B-2657-4B33-80CF-81161D3C8FAB}" srcOrd="0" destOrd="0" parTransId="{ED800DB3-A3BC-4352-B7B8-57B0F21E7938}" sibTransId="{EB064552-D4B8-4D25-87BB-68BFFA47E732}"/>
    <dgm:cxn modelId="{DF33A6A9-0060-43BA-8B69-4430BDCE6732}" type="presOf" srcId="{B5A3D644-0BB0-4810-A03C-023740FE3F05}" destId="{6986298F-4D2E-4F52-9563-43C7B64A7FD8}" srcOrd="0" destOrd="0" presId="urn:microsoft.com/office/officeart/2008/layout/LinedList"/>
    <dgm:cxn modelId="{467A84B2-BD9E-46DB-BD63-DCAAD5F7FD30}" srcId="{4214718B-6AD7-4938-8674-FD9F0EBF3651}" destId="{4DB878B5-282B-4179-AEAC-B2011BC9C7E0}" srcOrd="1" destOrd="0" parTransId="{089E6D26-1ED2-45AA-802E-67F7520E2025}" sibTransId="{9640D459-347B-4CB5-BE9B-C65CF90B6C12}"/>
    <dgm:cxn modelId="{E9D7A7D8-028E-494B-848F-C98084B0A07F}" srcId="{4214718B-6AD7-4938-8674-FD9F0EBF3651}" destId="{004EA5C2-3373-4AD0-8B65-91FE61A52097}" srcOrd="2" destOrd="0" parTransId="{0E1EF5D9-3B1B-4AAB-8DD4-96EDDA91D78F}" sibTransId="{093BC222-C32F-4995-B381-2AAFAD8991B8}"/>
    <dgm:cxn modelId="{809244E5-2365-4FD0-BB46-3F9E16C83530}" srcId="{4214718B-6AD7-4938-8674-FD9F0EBF3651}" destId="{B5A3D644-0BB0-4810-A03C-023740FE3F05}" srcOrd="4" destOrd="0" parTransId="{39D2D109-842F-42D4-8166-E07E69373986}" sibTransId="{B3B900ED-58BB-43B5-935D-E60CE790557E}"/>
    <dgm:cxn modelId="{58796FC4-A3FF-4062-B3DC-99A0832C267E}" type="presParOf" srcId="{7D7A78F0-2103-4AD2-AE5E-809C6FB1F2D7}" destId="{F00977FD-D43D-46E1-9ADB-EDF79444F3AB}" srcOrd="0" destOrd="0" presId="urn:microsoft.com/office/officeart/2008/layout/LinedList"/>
    <dgm:cxn modelId="{280B04ED-C31C-4E46-A627-238FA766A527}" type="presParOf" srcId="{7D7A78F0-2103-4AD2-AE5E-809C6FB1F2D7}" destId="{33EC3B83-F69E-43CB-9100-A95959F25EB4}" srcOrd="1" destOrd="0" presId="urn:microsoft.com/office/officeart/2008/layout/LinedList"/>
    <dgm:cxn modelId="{0707873F-5A15-42FE-8011-BA0D0C8BD693}" type="presParOf" srcId="{33EC3B83-F69E-43CB-9100-A95959F25EB4}" destId="{4051C0D9-E3C9-4719-A7C8-051281AC5D45}" srcOrd="0" destOrd="0" presId="urn:microsoft.com/office/officeart/2008/layout/LinedList"/>
    <dgm:cxn modelId="{D44901B4-D42D-46B9-AD9F-2026FA0D5FDC}" type="presParOf" srcId="{33EC3B83-F69E-43CB-9100-A95959F25EB4}" destId="{228B98D2-7BD6-40D1-AA0D-38FBB1DB9F3A}" srcOrd="1" destOrd="0" presId="urn:microsoft.com/office/officeart/2008/layout/LinedList"/>
    <dgm:cxn modelId="{662FEA1A-1479-49EE-9169-959B9174009E}" type="presParOf" srcId="{7D7A78F0-2103-4AD2-AE5E-809C6FB1F2D7}" destId="{AEEDA0A3-D6F8-473D-B0A6-4E5839AADF3C}" srcOrd="2" destOrd="0" presId="urn:microsoft.com/office/officeart/2008/layout/LinedList"/>
    <dgm:cxn modelId="{1C3B8BAC-ABD3-4C95-8283-3C1039713A82}" type="presParOf" srcId="{7D7A78F0-2103-4AD2-AE5E-809C6FB1F2D7}" destId="{A65692DF-D0F1-4563-BB0F-F9A7CD4177E4}" srcOrd="3" destOrd="0" presId="urn:microsoft.com/office/officeart/2008/layout/LinedList"/>
    <dgm:cxn modelId="{6F61AB0A-7EEB-44BE-A3DC-868087AF9C33}" type="presParOf" srcId="{A65692DF-D0F1-4563-BB0F-F9A7CD4177E4}" destId="{A01648C6-1341-4EF8-B52B-C4B1C6ED7824}" srcOrd="0" destOrd="0" presId="urn:microsoft.com/office/officeart/2008/layout/LinedList"/>
    <dgm:cxn modelId="{70C9D732-CA33-4CF6-8CC8-47203B6D07B4}" type="presParOf" srcId="{A65692DF-D0F1-4563-BB0F-F9A7CD4177E4}" destId="{FB6781EF-E655-4BA5-B923-4C5185E2EC84}" srcOrd="1" destOrd="0" presId="urn:microsoft.com/office/officeart/2008/layout/LinedList"/>
    <dgm:cxn modelId="{9A0D0DEC-8D51-4C1B-8511-CE4C4F6139BA}" type="presParOf" srcId="{7D7A78F0-2103-4AD2-AE5E-809C6FB1F2D7}" destId="{652129E0-ADE1-49E8-B7FB-05D96BC2E4C4}" srcOrd="4" destOrd="0" presId="urn:microsoft.com/office/officeart/2008/layout/LinedList"/>
    <dgm:cxn modelId="{2525A254-FA87-4B35-9572-57D2EF2E67FB}" type="presParOf" srcId="{7D7A78F0-2103-4AD2-AE5E-809C6FB1F2D7}" destId="{3F187BA7-B4C4-4F27-A477-17ED5FFD5F04}" srcOrd="5" destOrd="0" presId="urn:microsoft.com/office/officeart/2008/layout/LinedList"/>
    <dgm:cxn modelId="{927BE6A7-7FC4-4F6F-B5ED-41E839FCEE68}" type="presParOf" srcId="{3F187BA7-B4C4-4F27-A477-17ED5FFD5F04}" destId="{F99D612E-787C-4038-BD3E-0AA9EE89B017}" srcOrd="0" destOrd="0" presId="urn:microsoft.com/office/officeart/2008/layout/LinedList"/>
    <dgm:cxn modelId="{8187E091-5EDB-4F9C-A399-1E723B825CBF}" type="presParOf" srcId="{3F187BA7-B4C4-4F27-A477-17ED5FFD5F04}" destId="{00B16DE3-2A15-4727-9E70-63FC5E99EDE8}" srcOrd="1" destOrd="0" presId="urn:microsoft.com/office/officeart/2008/layout/LinedList"/>
    <dgm:cxn modelId="{0132E05F-C7B3-431B-B04D-03FF8CA3D1B8}" type="presParOf" srcId="{7D7A78F0-2103-4AD2-AE5E-809C6FB1F2D7}" destId="{D977F86E-AA91-4BD9-8842-0AF5D86BE825}" srcOrd="6" destOrd="0" presId="urn:microsoft.com/office/officeart/2008/layout/LinedList"/>
    <dgm:cxn modelId="{D8E0A345-37D4-48E1-926A-43D03206BB74}" type="presParOf" srcId="{7D7A78F0-2103-4AD2-AE5E-809C6FB1F2D7}" destId="{14CADC15-D1E9-4AC6-9A8A-3F473E411779}" srcOrd="7" destOrd="0" presId="urn:microsoft.com/office/officeart/2008/layout/LinedList"/>
    <dgm:cxn modelId="{E26C8C8F-5BC8-4709-8F3F-0A069BCDAEC7}" type="presParOf" srcId="{14CADC15-D1E9-4AC6-9A8A-3F473E411779}" destId="{8E1C2E95-5634-42E3-83EC-7199AE09EBED}" srcOrd="0" destOrd="0" presId="urn:microsoft.com/office/officeart/2008/layout/LinedList"/>
    <dgm:cxn modelId="{551634E7-D71A-4CE8-AC5A-C7268C3A3024}" type="presParOf" srcId="{14CADC15-D1E9-4AC6-9A8A-3F473E411779}" destId="{57CD37D0-4B61-4963-BF21-598740AF8996}" srcOrd="1" destOrd="0" presId="urn:microsoft.com/office/officeart/2008/layout/LinedList"/>
    <dgm:cxn modelId="{54841611-1F4A-493B-BB6D-4AC2B95E2B94}" type="presParOf" srcId="{7D7A78F0-2103-4AD2-AE5E-809C6FB1F2D7}" destId="{918164CB-CBA5-401C-B7F8-2B9FA4C620DE}" srcOrd="8" destOrd="0" presId="urn:microsoft.com/office/officeart/2008/layout/LinedList"/>
    <dgm:cxn modelId="{46285A01-4144-48DB-9CDA-793B57202B25}" type="presParOf" srcId="{7D7A78F0-2103-4AD2-AE5E-809C6FB1F2D7}" destId="{1EC65A48-A29A-4065-B7E7-5AECAABF7B78}" srcOrd="9" destOrd="0" presId="urn:microsoft.com/office/officeart/2008/layout/LinedList"/>
    <dgm:cxn modelId="{1A6C3A13-1A40-4C56-BD8C-418D2932DEDC}" type="presParOf" srcId="{1EC65A48-A29A-4065-B7E7-5AECAABF7B78}" destId="{6986298F-4D2E-4F52-9563-43C7B64A7FD8}" srcOrd="0" destOrd="0" presId="urn:microsoft.com/office/officeart/2008/layout/LinedList"/>
    <dgm:cxn modelId="{CE95B685-A671-4182-8254-5CAFCBA70C16}" type="presParOf" srcId="{1EC65A48-A29A-4065-B7E7-5AECAABF7B78}" destId="{BBEA0A41-B050-4445-B609-1FA31FA8C8A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0977FD-D43D-46E1-9ADB-EDF79444F3AB}">
      <dsp:nvSpPr>
        <dsp:cNvPr id="0" name=""/>
        <dsp:cNvSpPr/>
      </dsp:nvSpPr>
      <dsp:spPr>
        <a:xfrm>
          <a:off x="0" y="675"/>
          <a:ext cx="6291714"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51C0D9-E3C9-4719-A7C8-051281AC5D45}">
      <dsp:nvSpPr>
        <dsp:cNvPr id="0" name=""/>
        <dsp:cNvSpPr/>
      </dsp:nvSpPr>
      <dsp:spPr>
        <a:xfrm>
          <a:off x="0" y="675"/>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GB" sz="3100" kern="1200"/>
            <a:t>Handling Missing Data</a:t>
          </a:r>
          <a:endParaRPr lang="en-US" sz="3100" kern="1200"/>
        </a:p>
      </dsp:txBody>
      <dsp:txXfrm>
        <a:off x="0" y="675"/>
        <a:ext cx="6291714" cy="1105876"/>
      </dsp:txXfrm>
    </dsp:sp>
    <dsp:sp modelId="{AEEDA0A3-D6F8-473D-B0A6-4E5839AADF3C}">
      <dsp:nvSpPr>
        <dsp:cNvPr id="0" name=""/>
        <dsp:cNvSpPr/>
      </dsp:nvSpPr>
      <dsp:spPr>
        <a:xfrm>
          <a:off x="0" y="1106552"/>
          <a:ext cx="6291714" cy="0"/>
        </a:xfrm>
        <a:prstGeom prst="line">
          <a:avLst/>
        </a:prstGeom>
        <a:solidFill>
          <a:schemeClr val="accent5">
            <a:hueOff val="-3038037"/>
            <a:satOff val="-207"/>
            <a:lumOff val="490"/>
            <a:alphaOff val="0"/>
          </a:schemeClr>
        </a:solidFill>
        <a:ln w="19050" cap="flat" cmpd="sng" algn="ctr">
          <a:solidFill>
            <a:schemeClr val="accent5">
              <a:hueOff val="-3038037"/>
              <a:satOff val="-207"/>
              <a:lumOff val="4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1648C6-1341-4EF8-B52B-C4B1C6ED7824}">
      <dsp:nvSpPr>
        <dsp:cNvPr id="0" name=""/>
        <dsp:cNvSpPr/>
      </dsp:nvSpPr>
      <dsp:spPr>
        <a:xfrm>
          <a:off x="0" y="1106552"/>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GB" sz="3100" kern="1200"/>
            <a:t>Outlier Detection and Treatment</a:t>
          </a:r>
          <a:endParaRPr lang="en-US" sz="3100" kern="1200"/>
        </a:p>
      </dsp:txBody>
      <dsp:txXfrm>
        <a:off x="0" y="1106552"/>
        <a:ext cx="6291714" cy="1105876"/>
      </dsp:txXfrm>
    </dsp:sp>
    <dsp:sp modelId="{652129E0-ADE1-49E8-B7FB-05D96BC2E4C4}">
      <dsp:nvSpPr>
        <dsp:cNvPr id="0" name=""/>
        <dsp:cNvSpPr/>
      </dsp:nvSpPr>
      <dsp:spPr>
        <a:xfrm>
          <a:off x="0" y="2212429"/>
          <a:ext cx="6291714" cy="0"/>
        </a:xfrm>
        <a:prstGeom prst="line">
          <a:avLst/>
        </a:prstGeom>
        <a:solidFill>
          <a:schemeClr val="accent5">
            <a:hueOff val="-6076075"/>
            <a:satOff val="-413"/>
            <a:lumOff val="981"/>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9D612E-787C-4038-BD3E-0AA9EE89B017}">
      <dsp:nvSpPr>
        <dsp:cNvPr id="0" name=""/>
        <dsp:cNvSpPr/>
      </dsp:nvSpPr>
      <dsp:spPr>
        <a:xfrm>
          <a:off x="0" y="2212429"/>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GB" sz="3100" kern="1200"/>
            <a:t>Feature Engineering</a:t>
          </a:r>
          <a:endParaRPr lang="en-US" sz="3100" kern="1200"/>
        </a:p>
      </dsp:txBody>
      <dsp:txXfrm>
        <a:off x="0" y="2212429"/>
        <a:ext cx="6291714" cy="1105876"/>
      </dsp:txXfrm>
    </dsp:sp>
    <dsp:sp modelId="{D977F86E-AA91-4BD9-8842-0AF5D86BE825}">
      <dsp:nvSpPr>
        <dsp:cNvPr id="0" name=""/>
        <dsp:cNvSpPr/>
      </dsp:nvSpPr>
      <dsp:spPr>
        <a:xfrm>
          <a:off x="0" y="3318305"/>
          <a:ext cx="6291714" cy="0"/>
        </a:xfrm>
        <a:prstGeom prst="line">
          <a:avLst/>
        </a:prstGeom>
        <a:solidFill>
          <a:schemeClr val="accent5">
            <a:hueOff val="-9114112"/>
            <a:satOff val="-620"/>
            <a:lumOff val="1471"/>
            <a:alphaOff val="0"/>
          </a:schemeClr>
        </a:solidFill>
        <a:ln w="19050" cap="flat" cmpd="sng" algn="ctr">
          <a:solidFill>
            <a:schemeClr val="accent5">
              <a:hueOff val="-9114112"/>
              <a:satOff val="-620"/>
              <a:lumOff val="1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1C2E95-5634-42E3-83EC-7199AE09EBED}">
      <dsp:nvSpPr>
        <dsp:cNvPr id="0" name=""/>
        <dsp:cNvSpPr/>
      </dsp:nvSpPr>
      <dsp:spPr>
        <a:xfrm>
          <a:off x="0" y="3318305"/>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GB" sz="3100" kern="1200"/>
            <a:t>Feature Importance</a:t>
          </a:r>
          <a:endParaRPr lang="en-US" sz="3100" kern="1200"/>
        </a:p>
      </dsp:txBody>
      <dsp:txXfrm>
        <a:off x="0" y="3318305"/>
        <a:ext cx="6291714" cy="1105876"/>
      </dsp:txXfrm>
    </dsp:sp>
    <dsp:sp modelId="{918164CB-CBA5-401C-B7F8-2B9FA4C620DE}">
      <dsp:nvSpPr>
        <dsp:cNvPr id="0" name=""/>
        <dsp:cNvSpPr/>
      </dsp:nvSpPr>
      <dsp:spPr>
        <a:xfrm>
          <a:off x="0" y="4424182"/>
          <a:ext cx="6291714" cy="0"/>
        </a:xfrm>
        <a:prstGeom prst="line">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86298F-4D2E-4F52-9563-43C7B64A7FD8}">
      <dsp:nvSpPr>
        <dsp:cNvPr id="0" name=""/>
        <dsp:cNvSpPr/>
      </dsp:nvSpPr>
      <dsp:spPr>
        <a:xfrm>
          <a:off x="0" y="4424182"/>
          <a:ext cx="6291714"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GB" sz="3100" kern="1200"/>
            <a:t>Model Comparison and Optimization</a:t>
          </a:r>
          <a:endParaRPr lang="en-US" sz="3100" kern="1200"/>
        </a:p>
      </dsp:txBody>
      <dsp:txXfrm>
        <a:off x="0" y="4424182"/>
        <a:ext cx="6291714" cy="110587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17/12/2024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17/12/2024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17/12/2024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17/12/2024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17/12/2024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17/12/2024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17/12/2024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17/12/2024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6" name="Rectangle 375">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7" name="Group 376">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8" name="Straight Connector 377">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379" name="Rectangle 378">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53618" y="1239927"/>
            <a:ext cx="4938484" cy="3221160"/>
          </a:xfrm>
        </p:spPr>
        <p:txBody>
          <a:bodyPr vert="horz" lIns="91440" tIns="45720" rIns="91440" bIns="45720" rtlCol="0" anchor="ctr">
            <a:normAutofit/>
          </a:bodyPr>
          <a:lstStyle/>
          <a:p>
            <a:pPr algn="l"/>
            <a:r>
              <a:rPr lang="en-US" sz="5200" kern="1200">
                <a:solidFill>
                  <a:schemeClr val="tx1"/>
                </a:solidFill>
                <a:latin typeface="+mj-lt"/>
                <a:ea typeface="+mj-ea"/>
                <a:cs typeface="+mj-cs"/>
              </a:rPr>
              <a:t>DS Case Study 1</a:t>
            </a:r>
          </a:p>
        </p:txBody>
      </p:sp>
      <p:sp>
        <p:nvSpPr>
          <p:cNvPr id="3" name="Subtitle 2"/>
          <p:cNvSpPr>
            <a:spLocks noGrp="1"/>
          </p:cNvSpPr>
          <p:nvPr>
            <p:ph type="subTitle" idx="1"/>
          </p:nvPr>
        </p:nvSpPr>
        <p:spPr>
          <a:xfrm>
            <a:off x="6291923" y="1239927"/>
            <a:ext cx="4971824" cy="4680583"/>
          </a:xfrm>
        </p:spPr>
        <p:txBody>
          <a:bodyPr vert="horz" lIns="91440" tIns="45720" rIns="91440" bIns="45720" rtlCol="0" anchor="ctr">
            <a:normAutofit/>
          </a:bodyPr>
          <a:lstStyle/>
          <a:p>
            <a:pPr indent="-228600" algn="l">
              <a:buFont typeface="Arial" panose="020B0604020202020204" pitchFamily="34" charset="0"/>
              <a:buChar char="•"/>
            </a:pPr>
            <a:r>
              <a:rPr lang="en-US" sz="2000" dirty="0"/>
              <a:t>Group Members:</a:t>
            </a:r>
          </a:p>
          <a:p>
            <a:pPr lvl="1" indent="-228600" algn="l">
              <a:buFont typeface="Courier New" panose="020B0604020202020204" pitchFamily="34" charset="0"/>
              <a:buChar char="o"/>
            </a:pPr>
            <a:r>
              <a:rPr lang="en-US" sz="1600" b="1" dirty="0"/>
              <a:t>Sanuja Chakraborty</a:t>
            </a:r>
          </a:p>
          <a:p>
            <a:pPr lvl="1" indent="-228600" algn="l">
              <a:buFont typeface="Courier New" panose="020B0604020202020204" pitchFamily="34" charset="0"/>
              <a:buChar char="o"/>
            </a:pPr>
            <a:r>
              <a:rPr lang="en-US" sz="1600" dirty="0"/>
              <a:t>Subhasish Mula</a:t>
            </a:r>
          </a:p>
          <a:p>
            <a:pPr lvl="1" indent="-228600" algn="l">
              <a:buFont typeface="Courier New" panose="020B0604020202020204" pitchFamily="34" charset="0"/>
              <a:buChar char="o"/>
            </a:pPr>
            <a:r>
              <a:rPr lang="en-US" sz="1600" err="1"/>
              <a:t>Souptik</a:t>
            </a:r>
            <a:r>
              <a:rPr lang="en-US" sz="1600" dirty="0"/>
              <a:t> Sarkar</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FDE9B752-470E-A388-1C31-05C191E712CA}"/>
              </a:ext>
            </a:extLst>
          </p:cNvPr>
          <p:cNvSpPr>
            <a:spLocks noGrp="1"/>
          </p:cNvSpPr>
          <p:nvPr>
            <p:ph type="title"/>
          </p:nvPr>
        </p:nvSpPr>
        <p:spPr>
          <a:xfrm>
            <a:off x="838200" y="643467"/>
            <a:ext cx="2951205" cy="5571066"/>
          </a:xfrm>
        </p:spPr>
        <p:txBody>
          <a:bodyPr>
            <a:normAutofit/>
          </a:bodyPr>
          <a:lstStyle/>
          <a:p>
            <a:r>
              <a:rPr lang="en-GB">
                <a:solidFill>
                  <a:srgbClr val="FFFFFF"/>
                </a:solidFill>
              </a:rPr>
              <a:t>Agenda:</a:t>
            </a:r>
          </a:p>
        </p:txBody>
      </p:sp>
      <p:graphicFrame>
        <p:nvGraphicFramePr>
          <p:cNvPr id="5" name="Content Placeholder 2">
            <a:extLst>
              <a:ext uri="{FF2B5EF4-FFF2-40B4-BE49-F238E27FC236}">
                <a16:creationId xmlns:a16="http://schemas.microsoft.com/office/drawing/2014/main" id="{76426D9C-3595-A93B-3BB1-4CD045AAC46B}"/>
              </a:ext>
            </a:extLst>
          </p:cNvPr>
          <p:cNvGraphicFramePr>
            <a:graphicFrameLocks noGrp="1"/>
          </p:cNvGraphicFramePr>
          <p:nvPr>
            <p:ph idx="1"/>
            <p:extLst>
              <p:ext uri="{D42A27DB-BD31-4B8C-83A1-F6EECF244321}">
                <p14:modId xmlns:p14="http://schemas.microsoft.com/office/powerpoint/2010/main" val="901743239"/>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5894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B92FAF7-0AD3-4B47-9111-D0E9CD79E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D6A77139-BADB-4B2C-BD41-B67A4D37D7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55526" y="2227167"/>
            <a:ext cx="4336168" cy="4630834"/>
            <a:chOff x="7855526" y="2145638"/>
            <a:chExt cx="4336168" cy="4630834"/>
          </a:xfr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p:grpSpPr>
        <p:sp useBgFill="1">
          <p:nvSpPr>
            <p:cNvPr id="21" name="Freeform: Shape 20">
              <a:extLst>
                <a:ext uri="{FF2B5EF4-FFF2-40B4-BE49-F238E27FC236}">
                  <a16:creationId xmlns:a16="http://schemas.microsoft.com/office/drawing/2014/main" id="{DAC7B25D-E1A6-459A-B45A-1912B0CD9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208150 h 4312749"/>
                <a:gd name="connsiteX4" fmla="*/ 4145996 w 4315791"/>
                <a:gd name="connsiteY4" fmla="*/ 1085198 h 4312749"/>
                <a:gd name="connsiteX5" fmla="*/ 3631470 w 4315791"/>
                <a:gd name="connsiteY5" fmla="*/ 767158 h 4312749"/>
                <a:gd name="connsiteX6" fmla="*/ 2987009 w 4315791"/>
                <a:gd name="connsiteY6" fmla="*/ 611504 h 4312749"/>
                <a:gd name="connsiteX7" fmla="*/ 1985110 w 4315791"/>
                <a:gd name="connsiteY7" fmla="*/ 855943 h 4312749"/>
                <a:gd name="connsiteX8" fmla="*/ 1223061 w 4315791"/>
                <a:gd name="connsiteY8" fmla="*/ 1585590 h 4312749"/>
                <a:gd name="connsiteX9" fmla="*/ 1023311 w 4315791"/>
                <a:gd name="connsiteY9" fmla="*/ 1849089 h 4312749"/>
                <a:gd name="connsiteX10" fmla="*/ 652067 w 4315791"/>
                <a:gd name="connsiteY10" fmla="*/ 2610233 h 4312749"/>
                <a:gd name="connsiteX11" fmla="*/ 876921 w 4315791"/>
                <a:gd name="connsiteY11" fmla="*/ 3447930 h 4312749"/>
                <a:gd name="connsiteX12" fmla="*/ 1504428 w 4315791"/>
                <a:gd name="connsiteY12" fmla="*/ 4177169 h 4312749"/>
                <a:gd name="connsiteX13" fmla="*/ 1689053 w 4315791"/>
                <a:gd name="connsiteY13" fmla="*/ 4312749 h 4312749"/>
                <a:gd name="connsiteX14" fmla="*/ 729636 w 4315791"/>
                <a:gd name="connsiteY14" fmla="*/ 4312749 h 4312749"/>
                <a:gd name="connsiteX15" fmla="*/ 638463 w 4315791"/>
                <a:gd name="connsiteY15" fmla="*/ 4216521 h 4312749"/>
                <a:gd name="connsiteX16" fmla="*/ 0 w 4315791"/>
                <a:gd name="connsiteY16" fmla="*/ 2610335 h 4312749"/>
                <a:gd name="connsiteX17" fmla="*/ 683474 w 4315791"/>
                <a:gd name="connsiteY17" fmla="*/ 1242376 h 4312749"/>
                <a:gd name="connsiteX18" fmla="*/ 2987009 w 4315791"/>
                <a:gd name="connsiteY18"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15791" h="4312749">
                  <a:moveTo>
                    <a:pt x="2987009" y="0"/>
                  </a:moveTo>
                  <a:cubicBezTo>
                    <a:pt x="3434423" y="0"/>
                    <a:pt x="3798884" y="137413"/>
                    <a:pt x="4136908" y="333995"/>
                  </a:cubicBezTo>
                  <a:lnTo>
                    <a:pt x="4315791" y="445229"/>
                  </a:lnTo>
                  <a:lnTo>
                    <a:pt x="4315791" y="1208150"/>
                  </a:lnTo>
                  <a:lnTo>
                    <a:pt x="4145996" y="1085198"/>
                  </a:lnTo>
                  <a:cubicBezTo>
                    <a:pt x="3968282" y="958859"/>
                    <a:pt x="3800518" y="848961"/>
                    <a:pt x="3631470" y="767158"/>
                  </a:cubicBezTo>
                  <a:cubicBezTo>
                    <a:pt x="3411941" y="660943"/>
                    <a:pt x="3207191" y="611504"/>
                    <a:pt x="2987009" y="611504"/>
                  </a:cubicBezTo>
                  <a:cubicBezTo>
                    <a:pt x="2599030" y="611504"/>
                    <a:pt x="2271258" y="691421"/>
                    <a:pt x="1985110" y="855943"/>
                  </a:cubicBezTo>
                  <a:cubicBezTo>
                    <a:pt x="1715153" y="1011087"/>
                    <a:pt x="1465955" y="1249819"/>
                    <a:pt x="1223061" y="1585590"/>
                  </a:cubicBezTo>
                  <a:cubicBezTo>
                    <a:pt x="1154375" y="1680490"/>
                    <a:pt x="1087756" y="1766217"/>
                    <a:pt x="1023311" y="1849089"/>
                  </a:cubicBezTo>
                  <a:cubicBezTo>
                    <a:pt x="765853" y="2180172"/>
                    <a:pt x="652067" y="2338069"/>
                    <a:pt x="652067" y="2610233"/>
                  </a:cubicBezTo>
                  <a:cubicBezTo>
                    <a:pt x="652067" y="2895038"/>
                    <a:pt x="727707" y="3176887"/>
                    <a:pt x="876921" y="3447930"/>
                  </a:cubicBezTo>
                  <a:cubicBezTo>
                    <a:pt x="1022224" y="3711838"/>
                    <a:pt x="1239145" y="3964023"/>
                    <a:pt x="1504428" y="4177169"/>
                  </a:cubicBezTo>
                  <a:lnTo>
                    <a:pt x="1689053"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2" name="Freeform: Shape 21">
              <a:extLst>
                <a:ext uri="{FF2B5EF4-FFF2-40B4-BE49-F238E27FC236}">
                  <a16:creationId xmlns:a16="http://schemas.microsoft.com/office/drawing/2014/main" id="{920A7C7E-00F6-490C-A8E7-5167EA6A4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5903" y="2463723"/>
              <a:ext cx="4315791" cy="4312749"/>
            </a:xfrm>
            <a:custGeom>
              <a:avLst/>
              <a:gdLst>
                <a:gd name="connsiteX0" fmla="*/ 2987009 w 4315791"/>
                <a:gd name="connsiteY0" fmla="*/ 0 h 4312749"/>
                <a:gd name="connsiteX1" fmla="*/ 4136908 w 4315791"/>
                <a:gd name="connsiteY1" fmla="*/ 333995 h 4312749"/>
                <a:gd name="connsiteX2" fmla="*/ 4315791 w 4315791"/>
                <a:gd name="connsiteY2" fmla="*/ 445229 h 4312749"/>
                <a:gd name="connsiteX3" fmla="*/ 4315791 w 4315791"/>
                <a:gd name="connsiteY3" fmla="*/ 1079495 h 4312749"/>
                <a:gd name="connsiteX4" fmla="*/ 4206793 w 4315791"/>
                <a:gd name="connsiteY4" fmla="*/ 1000737 h 4312749"/>
                <a:gd name="connsiteX5" fmla="*/ 2987119 w 4315791"/>
                <a:gd name="connsiteY5" fmla="*/ 509571 h 4312749"/>
                <a:gd name="connsiteX6" fmla="*/ 1133184 w 4315791"/>
                <a:gd name="connsiteY6" fmla="*/ 1528405 h 4312749"/>
                <a:gd name="connsiteX7" fmla="*/ 935607 w 4315791"/>
                <a:gd name="connsiteY7" fmla="*/ 1789050 h 4312749"/>
                <a:gd name="connsiteX8" fmla="*/ 543498 w 4315791"/>
                <a:gd name="connsiteY8" fmla="*/ 2610233 h 4312749"/>
                <a:gd name="connsiteX9" fmla="*/ 780416 w 4315791"/>
                <a:gd name="connsiteY9" fmla="*/ 3494616 h 4312749"/>
                <a:gd name="connsiteX10" fmla="*/ 1433786 w 4315791"/>
                <a:gd name="connsiteY10" fmla="*/ 4254537 h 4312749"/>
                <a:gd name="connsiteX11" fmla="*/ 1513041 w 4315791"/>
                <a:gd name="connsiteY11" fmla="*/ 4312749 h 4312749"/>
                <a:gd name="connsiteX12" fmla="*/ 729636 w 4315791"/>
                <a:gd name="connsiteY12" fmla="*/ 4312749 h 4312749"/>
                <a:gd name="connsiteX13" fmla="*/ 638463 w 4315791"/>
                <a:gd name="connsiteY13" fmla="*/ 4216521 h 4312749"/>
                <a:gd name="connsiteX14" fmla="*/ 0 w 4315791"/>
                <a:gd name="connsiteY14" fmla="*/ 2610335 h 4312749"/>
                <a:gd name="connsiteX15" fmla="*/ 683474 w 4315791"/>
                <a:gd name="connsiteY15" fmla="*/ 1242376 h 4312749"/>
                <a:gd name="connsiteX16" fmla="*/ 2987009 w 4315791"/>
                <a:gd name="connsiteY16" fmla="*/ 0 h 431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15791" h="4312749">
                  <a:moveTo>
                    <a:pt x="2987009" y="0"/>
                  </a:moveTo>
                  <a:cubicBezTo>
                    <a:pt x="3434423" y="0"/>
                    <a:pt x="3798884" y="137413"/>
                    <a:pt x="4136908" y="333995"/>
                  </a:cubicBezTo>
                  <a:lnTo>
                    <a:pt x="4315791" y="445229"/>
                  </a:lnTo>
                  <a:lnTo>
                    <a:pt x="4315791" y="1079495"/>
                  </a:lnTo>
                  <a:lnTo>
                    <a:pt x="4206793" y="1000737"/>
                  </a:lnTo>
                  <a:cubicBezTo>
                    <a:pt x="3781561" y="699607"/>
                    <a:pt x="3436718" y="509571"/>
                    <a:pt x="2987119" y="509571"/>
                  </a:cubicBezTo>
                  <a:cubicBezTo>
                    <a:pt x="2204204" y="509571"/>
                    <a:pt x="1649730" y="814251"/>
                    <a:pt x="1133184" y="1528405"/>
                  </a:cubicBezTo>
                  <a:cubicBezTo>
                    <a:pt x="1065585" y="1621878"/>
                    <a:pt x="999510" y="1706892"/>
                    <a:pt x="935607" y="1789050"/>
                  </a:cubicBezTo>
                  <a:cubicBezTo>
                    <a:pt x="670760" y="2129716"/>
                    <a:pt x="543498" y="2306877"/>
                    <a:pt x="543498" y="2610233"/>
                  </a:cubicBezTo>
                  <a:cubicBezTo>
                    <a:pt x="543498" y="2911449"/>
                    <a:pt x="623267" y="3208997"/>
                    <a:pt x="780416" y="3494616"/>
                  </a:cubicBezTo>
                  <a:cubicBezTo>
                    <a:pt x="934194" y="3774018"/>
                    <a:pt x="1154050" y="4029772"/>
                    <a:pt x="1433786" y="4254537"/>
                  </a:cubicBezTo>
                  <a:lnTo>
                    <a:pt x="1513041" y="4312749"/>
                  </a:lnTo>
                  <a:lnTo>
                    <a:pt x="729636" y="4312749"/>
                  </a:lnTo>
                  <a:lnTo>
                    <a:pt x="638463" y="4216521"/>
                  </a:lnTo>
                  <a:cubicBezTo>
                    <a:pt x="243716" y="3758034"/>
                    <a:pt x="0" y="3205314"/>
                    <a:pt x="0" y="2610335"/>
                  </a:cubicBezTo>
                  <a:cubicBezTo>
                    <a:pt x="0" y="2015344"/>
                    <a:pt x="351790" y="1700877"/>
                    <a:pt x="683474" y="1242376"/>
                  </a:cubicBezTo>
                  <a:cubicBezTo>
                    <a:pt x="1236211" y="478174"/>
                    <a:pt x="1925445" y="0"/>
                    <a:pt x="29870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3" name="Freeform: Shape 22">
              <a:extLst>
                <a:ext uri="{FF2B5EF4-FFF2-40B4-BE49-F238E27FC236}">
                  <a16:creationId xmlns:a16="http://schemas.microsoft.com/office/drawing/2014/main" id="{2E166FC5-8F23-41C3-879A-BFF8D5B70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77037" y="2411531"/>
              <a:ext cx="4314657" cy="4364939"/>
            </a:xfrm>
            <a:custGeom>
              <a:avLst/>
              <a:gdLst>
                <a:gd name="connsiteX0" fmla="*/ 3028307 w 4314657"/>
                <a:gd name="connsiteY0" fmla="*/ 21 h 4364939"/>
                <a:gd name="connsiteX1" fmla="*/ 3066670 w 4314657"/>
                <a:gd name="connsiteY1" fmla="*/ 836 h 4364939"/>
                <a:gd name="connsiteX2" fmla="*/ 3220125 w 4314657"/>
                <a:gd name="connsiteY2" fmla="*/ 9909 h 4364939"/>
                <a:gd name="connsiteX3" fmla="*/ 3816113 w 4314657"/>
                <a:gd name="connsiteY3" fmla="*/ 150272 h 4364939"/>
                <a:gd name="connsiteX4" fmla="*/ 4089981 w 4314657"/>
                <a:gd name="connsiteY4" fmla="*/ 272287 h 4364939"/>
                <a:gd name="connsiteX5" fmla="*/ 4314657 w 4314657"/>
                <a:gd name="connsiteY5" fmla="*/ 398926 h 4364939"/>
                <a:gd name="connsiteX6" fmla="*/ 4314657 w 4314657"/>
                <a:gd name="connsiteY6" fmla="*/ 911199 h 4364939"/>
                <a:gd name="connsiteX7" fmla="*/ 4310597 w 4314657"/>
                <a:gd name="connsiteY7" fmla="*/ 908154 h 4364939"/>
                <a:gd name="connsiteX8" fmla="*/ 4203223 w 4314657"/>
                <a:gd name="connsiteY8" fmla="*/ 829562 h 4364939"/>
                <a:gd name="connsiteX9" fmla="*/ 4095850 w 4314657"/>
                <a:gd name="connsiteY9" fmla="*/ 753520 h 4364939"/>
                <a:gd name="connsiteX10" fmla="*/ 3652987 w 4314657"/>
                <a:gd name="connsiteY10" fmla="*/ 494811 h 4364939"/>
                <a:gd name="connsiteX11" fmla="*/ 3173610 w 4314657"/>
                <a:gd name="connsiteY11" fmla="*/ 347209 h 4364939"/>
                <a:gd name="connsiteX12" fmla="*/ 3047760 w 4314657"/>
                <a:gd name="connsiteY12" fmla="*/ 332632 h 4364939"/>
                <a:gd name="connsiteX13" fmla="*/ 3016027 w 4314657"/>
                <a:gd name="connsiteY13" fmla="*/ 330186 h 4364939"/>
                <a:gd name="connsiteX14" fmla="*/ 2984184 w 4314657"/>
                <a:gd name="connsiteY14" fmla="*/ 328658 h 4364939"/>
                <a:gd name="connsiteX15" fmla="*/ 2952233 w 4314657"/>
                <a:gd name="connsiteY15" fmla="*/ 327332 h 4364939"/>
                <a:gd name="connsiteX16" fmla="*/ 2919085 w 4314657"/>
                <a:gd name="connsiteY16" fmla="*/ 327026 h 4364939"/>
                <a:gd name="connsiteX17" fmla="*/ 2852901 w 4314657"/>
                <a:gd name="connsiteY17" fmla="*/ 326720 h 4364939"/>
                <a:gd name="connsiteX18" fmla="*/ 2786826 w 4314657"/>
                <a:gd name="connsiteY18" fmla="*/ 328148 h 4364939"/>
                <a:gd name="connsiteX19" fmla="*/ 2720965 w 4314657"/>
                <a:gd name="connsiteY19" fmla="*/ 331409 h 4364939"/>
                <a:gd name="connsiteX20" fmla="*/ 2655325 w 4314657"/>
                <a:gd name="connsiteY20" fmla="*/ 336098 h 4364939"/>
                <a:gd name="connsiteX21" fmla="*/ 2524803 w 4314657"/>
                <a:gd name="connsiteY21" fmla="*/ 350573 h 4364939"/>
                <a:gd name="connsiteX22" fmla="*/ 2460139 w 4314657"/>
                <a:gd name="connsiteY22" fmla="*/ 360664 h 4364939"/>
                <a:gd name="connsiteX23" fmla="*/ 2396019 w 4314657"/>
                <a:gd name="connsiteY23" fmla="*/ 372693 h 4364939"/>
                <a:gd name="connsiteX24" fmla="*/ 2145843 w 4314657"/>
                <a:gd name="connsiteY24" fmla="*/ 440989 h 4364939"/>
                <a:gd name="connsiteX25" fmla="*/ 1698635 w 4314657"/>
                <a:gd name="connsiteY25" fmla="*/ 682676 h 4364939"/>
                <a:gd name="connsiteX26" fmla="*/ 1498450 w 4314657"/>
                <a:gd name="connsiteY26" fmla="*/ 835474 h 4364939"/>
                <a:gd name="connsiteX27" fmla="*/ 1307285 w 4314657"/>
                <a:gd name="connsiteY27" fmla="*/ 1001220 h 4364939"/>
                <a:gd name="connsiteX28" fmla="*/ 947780 w 4314657"/>
                <a:gd name="connsiteY28" fmla="*/ 1369612 h 4364939"/>
                <a:gd name="connsiteX29" fmla="*/ 905939 w 4314657"/>
                <a:gd name="connsiteY29" fmla="*/ 1419458 h 4364939"/>
                <a:gd name="connsiteX30" fmla="*/ 863228 w 4314657"/>
                <a:gd name="connsiteY30" fmla="*/ 1471545 h 4364939"/>
                <a:gd name="connsiteX31" fmla="*/ 774330 w 4314657"/>
                <a:gd name="connsiteY31" fmla="*/ 1577659 h 4364939"/>
                <a:gd name="connsiteX32" fmla="*/ 595554 w 4314657"/>
                <a:gd name="connsiteY32" fmla="*/ 1780916 h 4364939"/>
                <a:gd name="connsiteX33" fmla="*/ 430365 w 4314657"/>
                <a:gd name="connsiteY33" fmla="*/ 1982644 h 4364939"/>
                <a:gd name="connsiteX34" fmla="*/ 358855 w 4314657"/>
                <a:gd name="connsiteY34" fmla="*/ 2087025 h 4364939"/>
                <a:gd name="connsiteX35" fmla="*/ 296583 w 4314657"/>
                <a:gd name="connsiteY35" fmla="*/ 2194872 h 4364939"/>
                <a:gd name="connsiteX36" fmla="*/ 207358 w 4314657"/>
                <a:gd name="connsiteY36" fmla="*/ 2423918 h 4364939"/>
                <a:gd name="connsiteX37" fmla="*/ 177146 w 4314657"/>
                <a:gd name="connsiteY37" fmla="*/ 2668765 h 4364939"/>
                <a:gd name="connsiteX38" fmla="*/ 248763 w 4314657"/>
                <a:gd name="connsiteY38" fmla="*/ 3168854 h 4364939"/>
                <a:gd name="connsiteX39" fmla="*/ 445688 w 4314657"/>
                <a:gd name="connsiteY39" fmla="*/ 3637956 h 4364939"/>
                <a:gd name="connsiteX40" fmla="*/ 735859 w 4314657"/>
                <a:gd name="connsiteY40" fmla="*/ 4062310 h 4364939"/>
                <a:gd name="connsiteX41" fmla="*/ 910884 w 4314657"/>
                <a:gd name="connsiteY41" fmla="*/ 4254366 h 4364939"/>
                <a:gd name="connsiteX42" fmla="*/ 1030507 w 4314657"/>
                <a:gd name="connsiteY42" fmla="*/ 4364939 h 4364939"/>
                <a:gd name="connsiteX43" fmla="*/ 676755 w 4314657"/>
                <a:gd name="connsiteY43" fmla="*/ 4364939 h 4364939"/>
                <a:gd name="connsiteX44" fmla="*/ 538105 w 4314657"/>
                <a:gd name="connsiteY44" fmla="*/ 4202315 h 4364939"/>
                <a:gd name="connsiteX45" fmla="*/ 241592 w 4314657"/>
                <a:gd name="connsiteY45" fmla="*/ 3731226 h 4364939"/>
                <a:gd name="connsiteX46" fmla="*/ 60317 w 4314657"/>
                <a:gd name="connsiteY46" fmla="*/ 3211362 h 4364939"/>
                <a:gd name="connsiteX47" fmla="*/ 0 w 4314657"/>
                <a:gd name="connsiteY47" fmla="*/ 2668765 h 4364939"/>
                <a:gd name="connsiteX48" fmla="*/ 21736 w 4314657"/>
                <a:gd name="connsiteY48" fmla="*/ 2390280 h 4364939"/>
                <a:gd name="connsiteX49" fmla="*/ 27605 w 4314657"/>
                <a:gd name="connsiteY49" fmla="*/ 2355521 h 4364939"/>
                <a:gd name="connsiteX50" fmla="*/ 34669 w 4314657"/>
                <a:gd name="connsiteY50" fmla="*/ 2320862 h 4364939"/>
                <a:gd name="connsiteX51" fmla="*/ 50753 w 4314657"/>
                <a:gd name="connsiteY51" fmla="*/ 2251750 h 4364939"/>
                <a:gd name="connsiteX52" fmla="*/ 93899 w 4314657"/>
                <a:gd name="connsiteY52" fmla="*/ 2116179 h 4364939"/>
                <a:gd name="connsiteX53" fmla="*/ 150194 w 4314657"/>
                <a:gd name="connsiteY53" fmla="*/ 1985498 h 4364939"/>
                <a:gd name="connsiteX54" fmla="*/ 216486 w 4314657"/>
                <a:gd name="connsiteY54" fmla="*/ 1860628 h 4364939"/>
                <a:gd name="connsiteX55" fmla="*/ 363527 w 4314657"/>
                <a:gd name="connsiteY55" fmla="*/ 1625058 h 4364939"/>
                <a:gd name="connsiteX56" fmla="*/ 514155 w 4314657"/>
                <a:gd name="connsiteY56" fmla="*/ 1402231 h 4364939"/>
                <a:gd name="connsiteX57" fmla="*/ 586861 w 4314657"/>
                <a:gd name="connsiteY57" fmla="*/ 1293160 h 4364939"/>
                <a:gd name="connsiteX58" fmla="*/ 623702 w 4314657"/>
                <a:gd name="connsiteY58" fmla="*/ 1236892 h 4364939"/>
                <a:gd name="connsiteX59" fmla="*/ 662283 w 4314657"/>
                <a:gd name="connsiteY59" fmla="*/ 1178892 h 4364939"/>
                <a:gd name="connsiteX60" fmla="*/ 827364 w 4314657"/>
                <a:gd name="connsiteY60" fmla="*/ 951170 h 4364939"/>
                <a:gd name="connsiteX61" fmla="*/ 1016355 w 4314657"/>
                <a:gd name="connsiteY61" fmla="*/ 736089 h 4364939"/>
                <a:gd name="connsiteX62" fmla="*/ 1482474 w 4314657"/>
                <a:gd name="connsiteY62" fmla="*/ 378707 h 4364939"/>
                <a:gd name="connsiteX63" fmla="*/ 2035644 w 4314657"/>
                <a:gd name="connsiteY63" fmla="*/ 149151 h 4364939"/>
                <a:gd name="connsiteX64" fmla="*/ 2324619 w 4314657"/>
                <a:gd name="connsiteY64" fmla="*/ 72802 h 4364939"/>
                <a:gd name="connsiteX65" fmla="*/ 2618809 w 4314657"/>
                <a:gd name="connsiteY65" fmla="*/ 24078 h 4364939"/>
                <a:gd name="connsiteX66" fmla="*/ 2914849 w 4314657"/>
                <a:gd name="connsiteY66" fmla="*/ 1957 h 4364939"/>
                <a:gd name="connsiteX67" fmla="*/ 2951907 w 4314657"/>
                <a:gd name="connsiteY67" fmla="*/ 633 h 4364939"/>
                <a:gd name="connsiteX68" fmla="*/ 2990052 w 4314657"/>
                <a:gd name="connsiteY68" fmla="*/ 224 h 4364939"/>
                <a:gd name="connsiteX69" fmla="*/ 3028307 w 4314657"/>
                <a:gd name="connsiteY69" fmla="*/ 21 h 436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314657" h="4364939">
                  <a:moveTo>
                    <a:pt x="3028307" y="21"/>
                  </a:moveTo>
                  <a:lnTo>
                    <a:pt x="3066670" y="836"/>
                  </a:lnTo>
                  <a:cubicBezTo>
                    <a:pt x="3117749" y="1856"/>
                    <a:pt x="3168937" y="5320"/>
                    <a:pt x="3220125" y="9909"/>
                  </a:cubicBezTo>
                  <a:cubicBezTo>
                    <a:pt x="3424763" y="29073"/>
                    <a:pt x="3627448" y="77898"/>
                    <a:pt x="3816113" y="150272"/>
                  </a:cubicBezTo>
                  <a:cubicBezTo>
                    <a:pt x="3910880" y="185950"/>
                    <a:pt x="4001951" y="227538"/>
                    <a:pt x="4089981" y="272287"/>
                  </a:cubicBezTo>
                  <a:lnTo>
                    <a:pt x="4314657" y="398926"/>
                  </a:lnTo>
                  <a:lnTo>
                    <a:pt x="4314657" y="911199"/>
                  </a:lnTo>
                  <a:lnTo>
                    <a:pt x="4310597" y="908154"/>
                  </a:lnTo>
                  <a:cubicBezTo>
                    <a:pt x="4274842" y="881549"/>
                    <a:pt x="4239087" y="855352"/>
                    <a:pt x="4203223" y="829562"/>
                  </a:cubicBezTo>
                  <a:cubicBezTo>
                    <a:pt x="4167576" y="803773"/>
                    <a:pt x="4131821" y="778086"/>
                    <a:pt x="4095850" y="753520"/>
                  </a:cubicBezTo>
                  <a:cubicBezTo>
                    <a:pt x="3951852" y="654949"/>
                    <a:pt x="3806115" y="565043"/>
                    <a:pt x="3652987" y="494811"/>
                  </a:cubicBezTo>
                  <a:cubicBezTo>
                    <a:pt x="3500404" y="423761"/>
                    <a:pt x="3340213" y="373101"/>
                    <a:pt x="3173610" y="347209"/>
                  </a:cubicBezTo>
                  <a:cubicBezTo>
                    <a:pt x="3131987" y="341093"/>
                    <a:pt x="3090036" y="335792"/>
                    <a:pt x="3047760" y="332632"/>
                  </a:cubicBezTo>
                  <a:lnTo>
                    <a:pt x="3016027" y="330186"/>
                  </a:lnTo>
                  <a:cubicBezTo>
                    <a:pt x="3005485" y="329472"/>
                    <a:pt x="2994834" y="329168"/>
                    <a:pt x="2984184" y="328658"/>
                  </a:cubicBezTo>
                  <a:cubicBezTo>
                    <a:pt x="2973533" y="328249"/>
                    <a:pt x="2962992" y="327638"/>
                    <a:pt x="2952233" y="327332"/>
                  </a:cubicBezTo>
                  <a:lnTo>
                    <a:pt x="2919085" y="327026"/>
                  </a:lnTo>
                  <a:cubicBezTo>
                    <a:pt x="2897025" y="326925"/>
                    <a:pt x="2874854" y="326212"/>
                    <a:pt x="2852901" y="326720"/>
                  </a:cubicBezTo>
                  <a:lnTo>
                    <a:pt x="2786826" y="328148"/>
                  </a:lnTo>
                  <a:cubicBezTo>
                    <a:pt x="2764763" y="328759"/>
                    <a:pt x="2742919" y="330391"/>
                    <a:pt x="2720965" y="331409"/>
                  </a:cubicBezTo>
                  <a:cubicBezTo>
                    <a:pt x="2699013" y="332326"/>
                    <a:pt x="2677170" y="334162"/>
                    <a:pt x="2655325" y="336098"/>
                  </a:cubicBezTo>
                  <a:cubicBezTo>
                    <a:pt x="2611528" y="339463"/>
                    <a:pt x="2568165" y="345170"/>
                    <a:pt x="2524803" y="350573"/>
                  </a:cubicBezTo>
                  <a:lnTo>
                    <a:pt x="2460139" y="360664"/>
                  </a:lnTo>
                  <a:cubicBezTo>
                    <a:pt x="2438622" y="364130"/>
                    <a:pt x="2417430" y="368717"/>
                    <a:pt x="2396019" y="372693"/>
                  </a:cubicBezTo>
                  <a:cubicBezTo>
                    <a:pt x="2310709" y="389513"/>
                    <a:pt x="2226809" y="411836"/>
                    <a:pt x="2145843" y="440989"/>
                  </a:cubicBezTo>
                  <a:cubicBezTo>
                    <a:pt x="1983479" y="499295"/>
                    <a:pt x="1835678" y="585838"/>
                    <a:pt x="1698635" y="682676"/>
                  </a:cubicBezTo>
                  <a:cubicBezTo>
                    <a:pt x="1629841" y="730992"/>
                    <a:pt x="1563549" y="782367"/>
                    <a:pt x="1498450" y="835474"/>
                  </a:cubicBezTo>
                  <a:cubicBezTo>
                    <a:pt x="1433352" y="888583"/>
                    <a:pt x="1369775" y="943932"/>
                    <a:pt x="1307285" y="1001220"/>
                  </a:cubicBezTo>
                  <a:cubicBezTo>
                    <a:pt x="1182958" y="1116304"/>
                    <a:pt x="1060588" y="1237708"/>
                    <a:pt x="947780" y="1369612"/>
                  </a:cubicBezTo>
                  <a:cubicBezTo>
                    <a:pt x="933325" y="1385818"/>
                    <a:pt x="919958" y="1402841"/>
                    <a:pt x="905939" y="1419458"/>
                  </a:cubicBezTo>
                  <a:lnTo>
                    <a:pt x="863228" y="1471545"/>
                  </a:lnTo>
                  <a:cubicBezTo>
                    <a:pt x="833776" y="1507529"/>
                    <a:pt x="804215" y="1543001"/>
                    <a:pt x="774330" y="1577659"/>
                  </a:cubicBezTo>
                  <a:cubicBezTo>
                    <a:pt x="714665" y="1647178"/>
                    <a:pt x="653806" y="1714046"/>
                    <a:pt x="595554" y="1780916"/>
                  </a:cubicBezTo>
                  <a:cubicBezTo>
                    <a:pt x="537303" y="1847683"/>
                    <a:pt x="481009" y="1914144"/>
                    <a:pt x="430365" y="1982644"/>
                  </a:cubicBezTo>
                  <a:cubicBezTo>
                    <a:pt x="405369" y="2016995"/>
                    <a:pt x="381351" y="2051756"/>
                    <a:pt x="358855" y="2087025"/>
                  </a:cubicBezTo>
                  <a:cubicBezTo>
                    <a:pt x="336685" y="2122396"/>
                    <a:pt x="315601" y="2158277"/>
                    <a:pt x="296583" y="2194872"/>
                  </a:cubicBezTo>
                  <a:cubicBezTo>
                    <a:pt x="258980" y="2268161"/>
                    <a:pt x="227572" y="2344307"/>
                    <a:pt x="207358" y="2423918"/>
                  </a:cubicBezTo>
                  <a:cubicBezTo>
                    <a:pt x="186817" y="2503426"/>
                    <a:pt x="178124" y="2585790"/>
                    <a:pt x="177146" y="2668765"/>
                  </a:cubicBezTo>
                  <a:cubicBezTo>
                    <a:pt x="177037" y="2837670"/>
                    <a:pt x="201490" y="3006472"/>
                    <a:pt x="248763" y="3168854"/>
                  </a:cubicBezTo>
                  <a:cubicBezTo>
                    <a:pt x="295931" y="3331644"/>
                    <a:pt x="363962" y="3488316"/>
                    <a:pt x="445688" y="3637956"/>
                  </a:cubicBezTo>
                  <a:cubicBezTo>
                    <a:pt x="527413" y="3787697"/>
                    <a:pt x="625115" y="3929794"/>
                    <a:pt x="735859" y="4062310"/>
                  </a:cubicBezTo>
                  <a:cubicBezTo>
                    <a:pt x="791121" y="4128668"/>
                    <a:pt x="849589" y="4192733"/>
                    <a:pt x="910884" y="4254366"/>
                  </a:cubicBezTo>
                  <a:lnTo>
                    <a:pt x="1030507" y="4364939"/>
                  </a:lnTo>
                  <a:lnTo>
                    <a:pt x="676755" y="4364939"/>
                  </a:lnTo>
                  <a:lnTo>
                    <a:pt x="538105" y="4202315"/>
                  </a:lnTo>
                  <a:cubicBezTo>
                    <a:pt x="423518" y="4054791"/>
                    <a:pt x="323372" y="3897379"/>
                    <a:pt x="241592" y="3731226"/>
                  </a:cubicBezTo>
                  <a:cubicBezTo>
                    <a:pt x="160193" y="3565073"/>
                    <a:pt x="99768" y="3389950"/>
                    <a:pt x="60317" y="3211362"/>
                  </a:cubicBezTo>
                  <a:cubicBezTo>
                    <a:pt x="20759" y="3032669"/>
                    <a:pt x="435" y="2850716"/>
                    <a:pt x="0" y="2668765"/>
                  </a:cubicBezTo>
                  <a:cubicBezTo>
                    <a:pt x="0" y="2576309"/>
                    <a:pt x="6413" y="2483039"/>
                    <a:pt x="21736" y="2390280"/>
                  </a:cubicBezTo>
                  <a:lnTo>
                    <a:pt x="27605" y="2355521"/>
                  </a:lnTo>
                  <a:lnTo>
                    <a:pt x="34669" y="2320862"/>
                  </a:lnTo>
                  <a:cubicBezTo>
                    <a:pt x="39343" y="2297723"/>
                    <a:pt x="45102" y="2274686"/>
                    <a:pt x="50753" y="2251750"/>
                  </a:cubicBezTo>
                  <a:cubicBezTo>
                    <a:pt x="62708" y="2205881"/>
                    <a:pt x="77379" y="2160723"/>
                    <a:pt x="93899" y="2116179"/>
                  </a:cubicBezTo>
                  <a:cubicBezTo>
                    <a:pt x="110744" y="2071734"/>
                    <a:pt x="129762" y="2028209"/>
                    <a:pt x="150194" y="1985498"/>
                  </a:cubicBezTo>
                  <a:cubicBezTo>
                    <a:pt x="170734" y="1942890"/>
                    <a:pt x="193229" y="1901402"/>
                    <a:pt x="216486" y="1860628"/>
                  </a:cubicBezTo>
                  <a:cubicBezTo>
                    <a:pt x="263109" y="1779183"/>
                    <a:pt x="312993" y="1701000"/>
                    <a:pt x="363527" y="1625058"/>
                  </a:cubicBezTo>
                  <a:lnTo>
                    <a:pt x="514155" y="1402231"/>
                  </a:lnTo>
                  <a:cubicBezTo>
                    <a:pt x="538825" y="1365636"/>
                    <a:pt x="563277" y="1329551"/>
                    <a:pt x="586861" y="1293160"/>
                  </a:cubicBezTo>
                  <a:lnTo>
                    <a:pt x="623702" y="1236892"/>
                  </a:lnTo>
                  <a:cubicBezTo>
                    <a:pt x="636526" y="1217525"/>
                    <a:pt x="649025" y="1198055"/>
                    <a:pt x="662283" y="1178892"/>
                  </a:cubicBezTo>
                  <a:cubicBezTo>
                    <a:pt x="713905" y="1101523"/>
                    <a:pt x="769222" y="1025786"/>
                    <a:pt x="827364" y="951170"/>
                  </a:cubicBezTo>
                  <a:cubicBezTo>
                    <a:pt x="885834" y="876861"/>
                    <a:pt x="947997" y="804283"/>
                    <a:pt x="1016355" y="736089"/>
                  </a:cubicBezTo>
                  <a:cubicBezTo>
                    <a:pt x="1152311" y="599497"/>
                    <a:pt x="1308047" y="476054"/>
                    <a:pt x="1482474" y="378707"/>
                  </a:cubicBezTo>
                  <a:cubicBezTo>
                    <a:pt x="1656793" y="281156"/>
                    <a:pt x="1845132" y="207966"/>
                    <a:pt x="2035644" y="149151"/>
                  </a:cubicBezTo>
                  <a:cubicBezTo>
                    <a:pt x="2131063" y="119997"/>
                    <a:pt x="2227460" y="94412"/>
                    <a:pt x="2324619" y="72802"/>
                  </a:cubicBezTo>
                  <a:cubicBezTo>
                    <a:pt x="2421885" y="51396"/>
                    <a:pt x="2520239" y="35291"/>
                    <a:pt x="2618809" y="24078"/>
                  </a:cubicBezTo>
                  <a:cubicBezTo>
                    <a:pt x="2717272" y="12252"/>
                    <a:pt x="2816168" y="4914"/>
                    <a:pt x="2914849" y="1957"/>
                  </a:cubicBezTo>
                  <a:lnTo>
                    <a:pt x="2951907" y="633"/>
                  </a:lnTo>
                  <a:lnTo>
                    <a:pt x="2990052" y="224"/>
                  </a:lnTo>
                  <a:cubicBezTo>
                    <a:pt x="3002768" y="224"/>
                    <a:pt x="3015592" y="-81"/>
                    <a:pt x="3028307" y="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4" name="Freeform: Shape 23">
              <a:extLst>
                <a:ext uri="{FF2B5EF4-FFF2-40B4-BE49-F238E27FC236}">
                  <a16:creationId xmlns:a16="http://schemas.microsoft.com/office/drawing/2014/main" id="{5C727C6A-DB0B-482E-B0E4-4F035FC02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55526" y="2145638"/>
              <a:ext cx="4336168" cy="4630833"/>
            </a:xfrm>
            <a:custGeom>
              <a:avLst/>
              <a:gdLst>
                <a:gd name="connsiteX0" fmla="*/ 3053738 w 4336168"/>
                <a:gd name="connsiteY0" fmla="*/ 111 h 4630833"/>
                <a:gd name="connsiteX1" fmla="*/ 3093948 w 4336168"/>
                <a:gd name="connsiteY1" fmla="*/ 316 h 4630833"/>
                <a:gd name="connsiteX2" fmla="*/ 3134268 w 4336168"/>
                <a:gd name="connsiteY2" fmla="*/ 1743 h 4630833"/>
                <a:gd name="connsiteX3" fmla="*/ 3295438 w 4336168"/>
                <a:gd name="connsiteY3" fmla="*/ 13058 h 4630833"/>
                <a:gd name="connsiteX4" fmla="*/ 3918813 w 4336168"/>
                <a:gd name="connsiteY4" fmla="*/ 169935 h 4630833"/>
                <a:gd name="connsiteX5" fmla="*/ 4203331 w 4336168"/>
                <a:gd name="connsiteY5" fmla="*/ 305405 h 4630833"/>
                <a:gd name="connsiteX6" fmla="*/ 4336168 w 4336168"/>
                <a:gd name="connsiteY6" fmla="*/ 386579 h 4630833"/>
                <a:gd name="connsiteX7" fmla="*/ 4336168 w 4336168"/>
                <a:gd name="connsiteY7" fmla="*/ 772673 h 4630833"/>
                <a:gd name="connsiteX8" fmla="*/ 4270820 w 4336168"/>
                <a:gd name="connsiteY8" fmla="*/ 728127 h 4630833"/>
                <a:gd name="connsiteX9" fmla="*/ 4030208 w 4336168"/>
                <a:gd name="connsiteY9" fmla="*/ 587253 h 4630833"/>
                <a:gd name="connsiteX10" fmla="*/ 3781010 w 4336168"/>
                <a:gd name="connsiteY10" fmla="*/ 471455 h 4630833"/>
                <a:gd name="connsiteX11" fmla="*/ 3254466 w 4336168"/>
                <a:gd name="connsiteY11" fmla="*/ 338024 h 4630833"/>
                <a:gd name="connsiteX12" fmla="*/ 3117966 w 4336168"/>
                <a:gd name="connsiteY12" fmla="*/ 326812 h 4630833"/>
                <a:gd name="connsiteX13" fmla="*/ 3083625 w 4336168"/>
                <a:gd name="connsiteY13" fmla="*/ 325179 h 4630833"/>
                <a:gd name="connsiteX14" fmla="*/ 3049173 w 4336168"/>
                <a:gd name="connsiteY14" fmla="*/ 324366 h 4630833"/>
                <a:gd name="connsiteX15" fmla="*/ 2978858 w 4336168"/>
                <a:gd name="connsiteY15" fmla="*/ 323855 h 4630833"/>
                <a:gd name="connsiteX16" fmla="*/ 2695862 w 4336168"/>
                <a:gd name="connsiteY16" fmla="*/ 335373 h 4630833"/>
                <a:gd name="connsiteX17" fmla="*/ 2417972 w 4336168"/>
                <a:gd name="connsiteY17" fmla="*/ 372070 h 4630833"/>
                <a:gd name="connsiteX18" fmla="*/ 2148451 w 4336168"/>
                <a:gd name="connsiteY18" fmla="*/ 437613 h 4630833"/>
                <a:gd name="connsiteX19" fmla="*/ 1889690 w 4336168"/>
                <a:gd name="connsiteY19" fmla="*/ 532515 h 4630833"/>
                <a:gd name="connsiteX20" fmla="*/ 1644512 w 4336168"/>
                <a:gd name="connsiteY20" fmla="*/ 658098 h 4630833"/>
                <a:gd name="connsiteX21" fmla="*/ 1200999 w 4336168"/>
                <a:gd name="connsiteY21" fmla="*/ 992137 h 4630833"/>
                <a:gd name="connsiteX22" fmla="*/ 1003531 w 4336168"/>
                <a:gd name="connsiteY22" fmla="*/ 1192234 h 4630833"/>
                <a:gd name="connsiteX23" fmla="*/ 910394 w 4336168"/>
                <a:gd name="connsiteY23" fmla="*/ 1298347 h 4630833"/>
                <a:gd name="connsiteX24" fmla="*/ 821278 w 4336168"/>
                <a:gd name="connsiteY24" fmla="*/ 1408233 h 4630833"/>
                <a:gd name="connsiteX25" fmla="*/ 732162 w 4336168"/>
                <a:gd name="connsiteY25" fmla="*/ 1521993 h 4630833"/>
                <a:gd name="connsiteX26" fmla="*/ 640548 w 4336168"/>
                <a:gd name="connsiteY26" fmla="*/ 1634323 h 4630833"/>
                <a:gd name="connsiteX27" fmla="*/ 457317 w 4336168"/>
                <a:gd name="connsiteY27" fmla="*/ 1855930 h 4630833"/>
                <a:gd name="connsiteX28" fmla="*/ 369288 w 4336168"/>
                <a:gd name="connsiteY28" fmla="*/ 1967955 h 4630833"/>
                <a:gd name="connsiteX29" fmla="*/ 287128 w 4336168"/>
                <a:gd name="connsiteY29" fmla="*/ 2083243 h 4630833"/>
                <a:gd name="connsiteX30" fmla="*/ 212683 w 4336168"/>
                <a:gd name="connsiteY30" fmla="*/ 2202607 h 4630833"/>
                <a:gd name="connsiteX31" fmla="*/ 179101 w 4336168"/>
                <a:gd name="connsiteY31" fmla="*/ 2264177 h 4630833"/>
                <a:gd name="connsiteX32" fmla="*/ 148890 w 4336168"/>
                <a:gd name="connsiteY32" fmla="*/ 2327172 h 4630833"/>
                <a:gd name="connsiteX33" fmla="*/ 61295 w 4336168"/>
                <a:gd name="connsiteY33" fmla="*/ 2590672 h 4630833"/>
                <a:gd name="connsiteX34" fmla="*/ 32604 w 4336168"/>
                <a:gd name="connsiteY34" fmla="*/ 2866202 h 4630833"/>
                <a:gd name="connsiteX35" fmla="*/ 100853 w 4336168"/>
                <a:gd name="connsiteY35" fmla="*/ 3418074 h 4630833"/>
                <a:gd name="connsiteX36" fmla="*/ 184971 w 4336168"/>
                <a:gd name="connsiteY36" fmla="*/ 3684428 h 4630833"/>
                <a:gd name="connsiteX37" fmla="*/ 210836 w 4336168"/>
                <a:gd name="connsiteY37" fmla="*/ 3749462 h 4630833"/>
                <a:gd name="connsiteX38" fmla="*/ 238440 w 4336168"/>
                <a:gd name="connsiteY38" fmla="*/ 3813783 h 4630833"/>
                <a:gd name="connsiteX39" fmla="*/ 252894 w 4336168"/>
                <a:gd name="connsiteY39" fmla="*/ 3845688 h 4630833"/>
                <a:gd name="connsiteX40" fmla="*/ 268109 w 4336168"/>
                <a:gd name="connsiteY40" fmla="*/ 3877287 h 4630833"/>
                <a:gd name="connsiteX41" fmla="*/ 299409 w 4336168"/>
                <a:gd name="connsiteY41" fmla="*/ 3939978 h 4630833"/>
                <a:gd name="connsiteX42" fmla="*/ 440689 w 4336168"/>
                <a:gd name="connsiteY42" fmla="*/ 4182378 h 4630833"/>
                <a:gd name="connsiteX43" fmla="*/ 606640 w 4336168"/>
                <a:gd name="connsiteY43" fmla="*/ 4409488 h 4630833"/>
                <a:gd name="connsiteX44" fmla="*/ 792425 w 4336168"/>
                <a:gd name="connsiteY44" fmla="*/ 4621205 h 4630833"/>
                <a:gd name="connsiteX45" fmla="*/ 802442 w 4336168"/>
                <a:gd name="connsiteY45" fmla="*/ 4630833 h 4630833"/>
                <a:gd name="connsiteX46" fmla="*/ 592561 w 4336168"/>
                <a:gd name="connsiteY46" fmla="*/ 4630833 h 4630833"/>
                <a:gd name="connsiteX47" fmla="*/ 489377 w 4336168"/>
                <a:gd name="connsiteY47" fmla="*/ 4483185 h 4630833"/>
                <a:gd name="connsiteX48" fmla="*/ 344944 w 4336168"/>
                <a:gd name="connsiteY48" fmla="*/ 4231611 h 4630833"/>
                <a:gd name="connsiteX49" fmla="*/ 224311 w 4336168"/>
                <a:gd name="connsiteY49" fmla="*/ 3970456 h 4630833"/>
                <a:gd name="connsiteX50" fmla="*/ 0 w 4336168"/>
                <a:gd name="connsiteY50" fmla="*/ 2866202 h 4630833"/>
                <a:gd name="connsiteX51" fmla="*/ 25105 w 4336168"/>
                <a:gd name="connsiteY51" fmla="*/ 2584351 h 4630833"/>
                <a:gd name="connsiteX52" fmla="*/ 105200 w 4336168"/>
                <a:gd name="connsiteY52" fmla="*/ 2310863 h 4630833"/>
                <a:gd name="connsiteX53" fmla="*/ 232245 w 4336168"/>
                <a:gd name="connsiteY53" fmla="*/ 2053172 h 4630833"/>
                <a:gd name="connsiteX54" fmla="*/ 307667 w 4336168"/>
                <a:gd name="connsiteY54" fmla="*/ 1930341 h 4630833"/>
                <a:gd name="connsiteX55" fmla="*/ 386893 w 4336168"/>
                <a:gd name="connsiteY55" fmla="*/ 1810161 h 4630833"/>
                <a:gd name="connsiteX56" fmla="*/ 548823 w 4336168"/>
                <a:gd name="connsiteY56" fmla="*/ 1573876 h 4630833"/>
                <a:gd name="connsiteX57" fmla="*/ 626419 w 4336168"/>
                <a:gd name="connsiteY57" fmla="*/ 1455224 h 4630833"/>
                <a:gd name="connsiteX58" fmla="*/ 701081 w 4336168"/>
                <a:gd name="connsiteY58" fmla="*/ 1334534 h 4630833"/>
                <a:gd name="connsiteX59" fmla="*/ 861162 w 4336168"/>
                <a:gd name="connsiteY59" fmla="*/ 1091320 h 4630833"/>
                <a:gd name="connsiteX60" fmla="*/ 1042329 w 4336168"/>
                <a:gd name="connsiteY60" fmla="*/ 858093 h 4630833"/>
                <a:gd name="connsiteX61" fmla="*/ 1487799 w 4336168"/>
                <a:gd name="connsiteY61" fmla="*/ 446686 h 4630833"/>
                <a:gd name="connsiteX62" fmla="*/ 1754060 w 4336168"/>
                <a:gd name="connsiteY62" fmla="*/ 283388 h 4630833"/>
                <a:gd name="connsiteX63" fmla="*/ 2044121 w 4336168"/>
                <a:gd name="connsiteY63" fmla="*/ 157906 h 4630833"/>
                <a:gd name="connsiteX64" fmla="*/ 2349287 w 4336168"/>
                <a:gd name="connsiteY64" fmla="*/ 71364 h 4630833"/>
                <a:gd name="connsiteX65" fmla="*/ 2661411 w 4336168"/>
                <a:gd name="connsiteY65" fmla="*/ 21213 h 4630833"/>
                <a:gd name="connsiteX66" fmla="*/ 2818124 w 4336168"/>
                <a:gd name="connsiteY66" fmla="*/ 7146 h 4630833"/>
                <a:gd name="connsiteX67" fmla="*/ 2974728 w 4336168"/>
                <a:gd name="connsiteY67" fmla="*/ 1029 h 4630833"/>
                <a:gd name="connsiteX68" fmla="*/ 3053738 w 4336168"/>
                <a:gd name="connsiteY68" fmla="*/ 111 h 463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4336168" h="4630833">
                  <a:moveTo>
                    <a:pt x="3053738" y="111"/>
                  </a:moveTo>
                  <a:lnTo>
                    <a:pt x="3093948" y="316"/>
                  </a:lnTo>
                  <a:lnTo>
                    <a:pt x="3134268" y="1743"/>
                  </a:lnTo>
                  <a:cubicBezTo>
                    <a:pt x="3187955" y="3475"/>
                    <a:pt x="3241749" y="7756"/>
                    <a:pt x="3295438" y="13058"/>
                  </a:cubicBezTo>
                  <a:cubicBezTo>
                    <a:pt x="3510076" y="35585"/>
                    <a:pt x="3722324" y="89406"/>
                    <a:pt x="3918813" y="169935"/>
                  </a:cubicBezTo>
                  <a:cubicBezTo>
                    <a:pt x="4017384" y="209689"/>
                    <a:pt x="4111933" y="255763"/>
                    <a:pt x="4203331" y="305405"/>
                  </a:cubicBezTo>
                  <a:lnTo>
                    <a:pt x="4336168" y="386579"/>
                  </a:lnTo>
                  <a:lnTo>
                    <a:pt x="4336168" y="772673"/>
                  </a:lnTo>
                  <a:lnTo>
                    <a:pt x="4270820" y="728127"/>
                  </a:lnTo>
                  <a:cubicBezTo>
                    <a:pt x="4191920" y="677771"/>
                    <a:pt x="4111825" y="630168"/>
                    <a:pt x="4030208" y="587253"/>
                  </a:cubicBezTo>
                  <a:cubicBezTo>
                    <a:pt x="3948699" y="544136"/>
                    <a:pt x="3865886" y="504687"/>
                    <a:pt x="3781010" y="471455"/>
                  </a:cubicBezTo>
                  <a:cubicBezTo>
                    <a:pt x="3611688" y="404384"/>
                    <a:pt x="3435522" y="358818"/>
                    <a:pt x="3254466" y="338024"/>
                  </a:cubicBezTo>
                  <a:cubicBezTo>
                    <a:pt x="3209255" y="333029"/>
                    <a:pt x="3163720" y="328748"/>
                    <a:pt x="3117966" y="326812"/>
                  </a:cubicBezTo>
                  <a:lnTo>
                    <a:pt x="3083625" y="325179"/>
                  </a:lnTo>
                  <a:lnTo>
                    <a:pt x="3049173" y="324366"/>
                  </a:lnTo>
                  <a:cubicBezTo>
                    <a:pt x="3026568" y="323447"/>
                    <a:pt x="3002550" y="323855"/>
                    <a:pt x="2978858" y="323855"/>
                  </a:cubicBezTo>
                  <a:cubicBezTo>
                    <a:pt x="2883983" y="323956"/>
                    <a:pt x="2789434" y="327423"/>
                    <a:pt x="2695862" y="335373"/>
                  </a:cubicBezTo>
                  <a:cubicBezTo>
                    <a:pt x="2602290" y="343223"/>
                    <a:pt x="2509371" y="354945"/>
                    <a:pt x="2417972" y="372070"/>
                  </a:cubicBezTo>
                  <a:cubicBezTo>
                    <a:pt x="2326683" y="389500"/>
                    <a:pt x="2236697" y="411009"/>
                    <a:pt x="2148451" y="437613"/>
                  </a:cubicBezTo>
                  <a:cubicBezTo>
                    <a:pt x="2060204" y="464116"/>
                    <a:pt x="1973588" y="495411"/>
                    <a:pt x="1889690" y="532515"/>
                  </a:cubicBezTo>
                  <a:cubicBezTo>
                    <a:pt x="1805247" y="568599"/>
                    <a:pt x="1723848" y="611411"/>
                    <a:pt x="1644512" y="658098"/>
                  </a:cubicBezTo>
                  <a:cubicBezTo>
                    <a:pt x="1486169" y="751979"/>
                    <a:pt x="1338149" y="865229"/>
                    <a:pt x="1200999" y="992137"/>
                  </a:cubicBezTo>
                  <a:cubicBezTo>
                    <a:pt x="1132531" y="1055744"/>
                    <a:pt x="1066782" y="1122715"/>
                    <a:pt x="1003531" y="1192234"/>
                  </a:cubicBezTo>
                  <a:cubicBezTo>
                    <a:pt x="971688" y="1226790"/>
                    <a:pt x="941150" y="1262568"/>
                    <a:pt x="910394" y="1298347"/>
                  </a:cubicBezTo>
                  <a:cubicBezTo>
                    <a:pt x="880507" y="1334738"/>
                    <a:pt x="850187" y="1370925"/>
                    <a:pt x="821278" y="1408233"/>
                  </a:cubicBezTo>
                  <a:cubicBezTo>
                    <a:pt x="792152" y="1444624"/>
                    <a:pt x="762266" y="1484480"/>
                    <a:pt x="732162" y="1521993"/>
                  </a:cubicBezTo>
                  <a:cubicBezTo>
                    <a:pt x="701950" y="1559810"/>
                    <a:pt x="671302" y="1597219"/>
                    <a:pt x="640548" y="1634323"/>
                  </a:cubicBezTo>
                  <a:cubicBezTo>
                    <a:pt x="579362" y="1708838"/>
                    <a:pt x="516980" y="1781618"/>
                    <a:pt x="457317" y="1855930"/>
                  </a:cubicBezTo>
                  <a:cubicBezTo>
                    <a:pt x="427540" y="1893033"/>
                    <a:pt x="397870" y="1930239"/>
                    <a:pt x="369288" y="1967955"/>
                  </a:cubicBezTo>
                  <a:cubicBezTo>
                    <a:pt x="341141" y="2005976"/>
                    <a:pt x="313211" y="2044100"/>
                    <a:pt x="287128" y="2083243"/>
                  </a:cubicBezTo>
                  <a:cubicBezTo>
                    <a:pt x="260936" y="2122284"/>
                    <a:pt x="235506" y="2161835"/>
                    <a:pt x="212683" y="2202607"/>
                  </a:cubicBezTo>
                  <a:cubicBezTo>
                    <a:pt x="200728" y="2222791"/>
                    <a:pt x="190187" y="2243586"/>
                    <a:pt x="179101" y="2264177"/>
                  </a:cubicBezTo>
                  <a:cubicBezTo>
                    <a:pt x="168886" y="2285072"/>
                    <a:pt x="158127" y="2305867"/>
                    <a:pt x="148890" y="2327172"/>
                  </a:cubicBezTo>
                  <a:cubicBezTo>
                    <a:pt x="109982" y="2411777"/>
                    <a:pt x="81183" y="2500256"/>
                    <a:pt x="61295" y="2590672"/>
                  </a:cubicBezTo>
                  <a:cubicBezTo>
                    <a:pt x="42386" y="2681292"/>
                    <a:pt x="33147" y="2773643"/>
                    <a:pt x="32604" y="2866202"/>
                  </a:cubicBezTo>
                  <a:cubicBezTo>
                    <a:pt x="32495" y="3051925"/>
                    <a:pt x="55643" y="3237650"/>
                    <a:pt x="100853" y="3418074"/>
                  </a:cubicBezTo>
                  <a:cubicBezTo>
                    <a:pt x="123133" y="3508490"/>
                    <a:pt x="151498" y="3597377"/>
                    <a:pt x="184971" y="3684428"/>
                  </a:cubicBezTo>
                  <a:cubicBezTo>
                    <a:pt x="192796" y="3706344"/>
                    <a:pt x="202250" y="3727751"/>
                    <a:pt x="210836" y="3749462"/>
                  </a:cubicBezTo>
                  <a:cubicBezTo>
                    <a:pt x="219421" y="3771175"/>
                    <a:pt x="228985" y="3792479"/>
                    <a:pt x="238440" y="3813783"/>
                  </a:cubicBezTo>
                  <a:lnTo>
                    <a:pt x="252894" y="3845688"/>
                  </a:lnTo>
                  <a:lnTo>
                    <a:pt x="268109" y="3877287"/>
                  </a:lnTo>
                  <a:cubicBezTo>
                    <a:pt x="278215" y="3898287"/>
                    <a:pt x="288432" y="3919284"/>
                    <a:pt x="299409" y="3939978"/>
                  </a:cubicBezTo>
                  <a:cubicBezTo>
                    <a:pt x="341792" y="4023258"/>
                    <a:pt x="389828" y="4103787"/>
                    <a:pt x="440689" y="4182378"/>
                  </a:cubicBezTo>
                  <a:cubicBezTo>
                    <a:pt x="492420" y="4260561"/>
                    <a:pt x="547953" y="4336299"/>
                    <a:pt x="606640" y="4409488"/>
                  </a:cubicBezTo>
                  <a:cubicBezTo>
                    <a:pt x="665381" y="4482677"/>
                    <a:pt x="727435" y="4553292"/>
                    <a:pt x="792425" y="4621205"/>
                  </a:cubicBezTo>
                  <a:lnTo>
                    <a:pt x="802442" y="4630833"/>
                  </a:lnTo>
                  <a:lnTo>
                    <a:pt x="592561" y="4630833"/>
                  </a:lnTo>
                  <a:lnTo>
                    <a:pt x="489377" y="4483185"/>
                  </a:lnTo>
                  <a:cubicBezTo>
                    <a:pt x="437212" y="4401230"/>
                    <a:pt x="388850" y="4317339"/>
                    <a:pt x="344944" y="4231611"/>
                  </a:cubicBezTo>
                  <a:cubicBezTo>
                    <a:pt x="300386" y="4146191"/>
                    <a:pt x="260828" y="4058731"/>
                    <a:pt x="224311" y="3970456"/>
                  </a:cubicBezTo>
                  <a:cubicBezTo>
                    <a:pt x="78901" y="3617049"/>
                    <a:pt x="1413" y="3242136"/>
                    <a:pt x="0" y="2866202"/>
                  </a:cubicBezTo>
                  <a:cubicBezTo>
                    <a:pt x="0" y="2771912"/>
                    <a:pt x="8043" y="2677417"/>
                    <a:pt x="25105" y="2584351"/>
                  </a:cubicBezTo>
                  <a:cubicBezTo>
                    <a:pt x="42928" y="2491285"/>
                    <a:pt x="69446" y="2399444"/>
                    <a:pt x="105200" y="2310863"/>
                  </a:cubicBezTo>
                  <a:cubicBezTo>
                    <a:pt x="140304" y="2221974"/>
                    <a:pt x="184318" y="2136351"/>
                    <a:pt x="232245" y="2053172"/>
                  </a:cubicBezTo>
                  <a:cubicBezTo>
                    <a:pt x="256154" y="2011379"/>
                    <a:pt x="281802" y="1970810"/>
                    <a:pt x="307667" y="1930341"/>
                  </a:cubicBezTo>
                  <a:cubicBezTo>
                    <a:pt x="333533" y="1889873"/>
                    <a:pt x="360049" y="1849915"/>
                    <a:pt x="386893" y="1810161"/>
                  </a:cubicBezTo>
                  <a:lnTo>
                    <a:pt x="548823" y="1573876"/>
                  </a:lnTo>
                  <a:cubicBezTo>
                    <a:pt x="575341" y="1534529"/>
                    <a:pt x="601098" y="1494877"/>
                    <a:pt x="626419" y="1455224"/>
                  </a:cubicBezTo>
                  <a:cubicBezTo>
                    <a:pt x="651959" y="1415266"/>
                    <a:pt x="675434" y="1376225"/>
                    <a:pt x="701081" y="1334534"/>
                  </a:cubicBezTo>
                  <a:cubicBezTo>
                    <a:pt x="751290" y="1252070"/>
                    <a:pt x="804324" y="1170828"/>
                    <a:pt x="861162" y="1091320"/>
                  </a:cubicBezTo>
                  <a:cubicBezTo>
                    <a:pt x="917894" y="1011810"/>
                    <a:pt x="977884" y="933729"/>
                    <a:pt x="1042329" y="858093"/>
                  </a:cubicBezTo>
                  <a:cubicBezTo>
                    <a:pt x="1171765" y="707536"/>
                    <a:pt x="1319348" y="566764"/>
                    <a:pt x="1487799" y="446686"/>
                  </a:cubicBezTo>
                  <a:cubicBezTo>
                    <a:pt x="1571699" y="386340"/>
                    <a:pt x="1661031" y="332010"/>
                    <a:pt x="1754060" y="283388"/>
                  </a:cubicBezTo>
                  <a:cubicBezTo>
                    <a:pt x="1847414" y="235478"/>
                    <a:pt x="1944463" y="193278"/>
                    <a:pt x="2044121" y="157906"/>
                  </a:cubicBezTo>
                  <a:cubicBezTo>
                    <a:pt x="2143778" y="122638"/>
                    <a:pt x="2245936" y="93789"/>
                    <a:pt x="2349287" y="71364"/>
                  </a:cubicBezTo>
                  <a:cubicBezTo>
                    <a:pt x="2452641" y="48939"/>
                    <a:pt x="2556971" y="32935"/>
                    <a:pt x="2661411" y="21213"/>
                  </a:cubicBezTo>
                  <a:cubicBezTo>
                    <a:pt x="2713576" y="14994"/>
                    <a:pt x="2765850" y="11222"/>
                    <a:pt x="2818124" y="7146"/>
                  </a:cubicBezTo>
                  <a:cubicBezTo>
                    <a:pt x="2870290" y="4596"/>
                    <a:pt x="2922672" y="1640"/>
                    <a:pt x="2974728" y="1029"/>
                  </a:cubicBezTo>
                  <a:cubicBezTo>
                    <a:pt x="3000811" y="519"/>
                    <a:pt x="3026568" y="-296"/>
                    <a:pt x="3053738" y="11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6" name="Group 25">
            <a:extLst>
              <a:ext uri="{FF2B5EF4-FFF2-40B4-BE49-F238E27FC236}">
                <a16:creationId xmlns:a16="http://schemas.microsoft.com/office/drawing/2014/main" id="{2786ABD8-AB9F-46F2-A7D9-36F1F7338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112326" y="0"/>
            <a:ext cx="4683941" cy="3456291"/>
            <a:chOff x="4345582" y="0"/>
            <a:chExt cx="5069918" cy="3741104"/>
          </a:xfrm>
          <a:solidFill>
            <a:schemeClr val="accent5">
              <a:alpha val="5000"/>
            </a:schemeClr>
          </a:solidFill>
        </p:grpSpPr>
        <p:sp>
          <p:nvSpPr>
            <p:cNvPr id="27" name="Freeform: Shape 26">
              <a:extLst>
                <a:ext uri="{FF2B5EF4-FFF2-40B4-BE49-F238E27FC236}">
                  <a16:creationId xmlns:a16="http://schemas.microsoft.com/office/drawing/2014/main" id="{DB26E49F-E19A-487B-A8A4-A26128CFD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45582" y="1"/>
              <a:ext cx="5069918" cy="3741103"/>
            </a:xfrm>
            <a:custGeom>
              <a:avLst/>
              <a:gdLst>
                <a:gd name="connsiteX0" fmla="*/ 475344 w 5069918"/>
                <a:gd name="connsiteY0" fmla="*/ 0 h 3741103"/>
                <a:gd name="connsiteX1" fmla="*/ 643707 w 5069918"/>
                <a:gd name="connsiteY1" fmla="*/ 0 h 3741103"/>
                <a:gd name="connsiteX2" fmla="*/ 635672 w 5069918"/>
                <a:gd name="connsiteY2" fmla="*/ 7778 h 3741103"/>
                <a:gd name="connsiteX3" fmla="*/ 486638 w 5069918"/>
                <a:gd name="connsiteY3" fmla="*/ 178818 h 3741103"/>
                <a:gd name="connsiteX4" fmla="*/ 353514 w 5069918"/>
                <a:gd name="connsiteY4" fmla="*/ 362293 h 3741103"/>
                <a:gd name="connsiteX5" fmla="*/ 240181 w 5069918"/>
                <a:gd name="connsiteY5" fmla="*/ 558120 h 3741103"/>
                <a:gd name="connsiteX6" fmla="*/ 215073 w 5069918"/>
                <a:gd name="connsiteY6" fmla="*/ 608766 h 3741103"/>
                <a:gd name="connsiteX7" fmla="*/ 202868 w 5069918"/>
                <a:gd name="connsiteY7" fmla="*/ 634294 h 3741103"/>
                <a:gd name="connsiteX8" fmla="*/ 191273 w 5069918"/>
                <a:gd name="connsiteY8" fmla="*/ 660069 h 3741103"/>
                <a:gd name="connsiteX9" fmla="*/ 169129 w 5069918"/>
                <a:gd name="connsiteY9" fmla="*/ 712032 h 3741103"/>
                <a:gd name="connsiteX10" fmla="*/ 148381 w 5069918"/>
                <a:gd name="connsiteY10" fmla="*/ 764571 h 3741103"/>
                <a:gd name="connsiteX11" fmla="*/ 80903 w 5069918"/>
                <a:gd name="connsiteY11" fmla="*/ 979750 h 3741103"/>
                <a:gd name="connsiteX12" fmla="*/ 26154 w 5069918"/>
                <a:gd name="connsiteY12" fmla="*/ 1425590 h 3741103"/>
                <a:gd name="connsiteX13" fmla="*/ 49170 w 5069918"/>
                <a:gd name="connsiteY13" fmla="*/ 1648182 h 3741103"/>
                <a:gd name="connsiteX14" fmla="*/ 119437 w 5069918"/>
                <a:gd name="connsiteY14" fmla="*/ 1861055 h 3741103"/>
                <a:gd name="connsiteX15" fmla="*/ 143672 w 5069918"/>
                <a:gd name="connsiteY15" fmla="*/ 1911947 h 3741103"/>
                <a:gd name="connsiteX16" fmla="*/ 170611 w 5069918"/>
                <a:gd name="connsiteY16" fmla="*/ 1961687 h 3741103"/>
                <a:gd name="connsiteX17" fmla="*/ 230330 w 5069918"/>
                <a:gd name="connsiteY17" fmla="*/ 2058118 h 3741103"/>
                <a:gd name="connsiteX18" fmla="*/ 296237 w 5069918"/>
                <a:gd name="connsiteY18" fmla="*/ 2151255 h 3741103"/>
                <a:gd name="connsiteX19" fmla="*/ 366853 w 5069918"/>
                <a:gd name="connsiteY19" fmla="*/ 2241757 h 3741103"/>
                <a:gd name="connsiteX20" fmla="*/ 513838 w 5069918"/>
                <a:gd name="connsiteY20" fmla="*/ 2420786 h 3741103"/>
                <a:gd name="connsiteX21" fmla="*/ 587330 w 5069918"/>
                <a:gd name="connsiteY21" fmla="*/ 2511534 h 3741103"/>
                <a:gd name="connsiteX22" fmla="*/ 658817 w 5069918"/>
                <a:gd name="connsiteY22" fmla="*/ 2603437 h 3741103"/>
                <a:gd name="connsiteX23" fmla="*/ 730305 w 5069918"/>
                <a:gd name="connsiteY23" fmla="*/ 2692210 h 3741103"/>
                <a:gd name="connsiteX24" fmla="*/ 805018 w 5069918"/>
                <a:gd name="connsiteY24" fmla="*/ 2777936 h 3741103"/>
                <a:gd name="connsiteX25" fmla="*/ 963424 w 5069918"/>
                <a:gd name="connsiteY25" fmla="*/ 2939588 h 3741103"/>
                <a:gd name="connsiteX26" fmla="*/ 1319204 w 5069918"/>
                <a:gd name="connsiteY26" fmla="*/ 3209447 h 3741103"/>
                <a:gd name="connsiteX27" fmla="*/ 1515882 w 5069918"/>
                <a:gd name="connsiteY27" fmla="*/ 3310902 h 3741103"/>
                <a:gd name="connsiteX28" fmla="*/ 1723456 w 5069918"/>
                <a:gd name="connsiteY28" fmla="*/ 3387570 h 3741103"/>
                <a:gd name="connsiteX29" fmla="*/ 1939662 w 5069918"/>
                <a:gd name="connsiteY29" fmla="*/ 3440520 h 3741103"/>
                <a:gd name="connsiteX30" fmla="*/ 2162581 w 5069918"/>
                <a:gd name="connsiteY30" fmla="*/ 3470167 h 3741103"/>
                <a:gd name="connsiteX31" fmla="*/ 2389597 w 5069918"/>
                <a:gd name="connsiteY31" fmla="*/ 3479472 h 3741103"/>
                <a:gd name="connsiteX32" fmla="*/ 2446002 w 5069918"/>
                <a:gd name="connsiteY32" fmla="*/ 3479059 h 3741103"/>
                <a:gd name="connsiteX33" fmla="*/ 2473639 w 5069918"/>
                <a:gd name="connsiteY33" fmla="*/ 3478402 h 3741103"/>
                <a:gd name="connsiteX34" fmla="*/ 2501187 w 5069918"/>
                <a:gd name="connsiteY34" fmla="*/ 3477083 h 3741103"/>
                <a:gd name="connsiteX35" fmla="*/ 2610685 w 5069918"/>
                <a:gd name="connsiteY35" fmla="*/ 3468025 h 3741103"/>
                <a:gd name="connsiteX36" fmla="*/ 3033071 w 5069918"/>
                <a:gd name="connsiteY36" fmla="*/ 3360230 h 3741103"/>
                <a:gd name="connsiteX37" fmla="*/ 3232974 w 5069918"/>
                <a:gd name="connsiteY37" fmla="*/ 3266681 h 3741103"/>
                <a:gd name="connsiteX38" fmla="*/ 3425990 w 5069918"/>
                <a:gd name="connsiteY38" fmla="*/ 3152873 h 3741103"/>
                <a:gd name="connsiteX39" fmla="*/ 3613601 w 5069918"/>
                <a:gd name="connsiteY39" fmla="*/ 3024078 h 3741103"/>
                <a:gd name="connsiteX40" fmla="*/ 3706185 w 5069918"/>
                <a:gd name="connsiteY40" fmla="*/ 2955893 h 3741103"/>
                <a:gd name="connsiteX41" fmla="*/ 3799729 w 5069918"/>
                <a:gd name="connsiteY41" fmla="*/ 2885155 h 3741103"/>
                <a:gd name="connsiteX42" fmla="*/ 4175561 w 5069918"/>
                <a:gd name="connsiteY42" fmla="*/ 2606072 h 3741103"/>
                <a:gd name="connsiteX43" fmla="*/ 4517132 w 5069918"/>
                <a:gd name="connsiteY43" fmla="*/ 2312331 h 3741103"/>
                <a:gd name="connsiteX44" fmla="*/ 4659758 w 5069918"/>
                <a:gd name="connsiteY44" fmla="*/ 2148703 h 3741103"/>
                <a:gd name="connsiteX45" fmla="*/ 4773178 w 5069918"/>
                <a:gd name="connsiteY45" fmla="*/ 1969674 h 3741103"/>
                <a:gd name="connsiteX46" fmla="*/ 4892092 w 5069918"/>
                <a:gd name="connsiteY46" fmla="*/ 1567562 h 3741103"/>
                <a:gd name="connsiteX47" fmla="*/ 4898804 w 5069918"/>
                <a:gd name="connsiteY47" fmla="*/ 1460754 h 3741103"/>
                <a:gd name="connsiteX48" fmla="*/ 4899153 w 5069918"/>
                <a:gd name="connsiteY48" fmla="*/ 1406239 h 3741103"/>
                <a:gd name="connsiteX49" fmla="*/ 4898456 w 5069918"/>
                <a:gd name="connsiteY49" fmla="*/ 1350735 h 3741103"/>
                <a:gd name="connsiteX50" fmla="*/ 4886774 w 5069918"/>
                <a:gd name="connsiteY50" fmla="*/ 1128886 h 3741103"/>
                <a:gd name="connsiteX51" fmla="*/ 4815896 w 5069918"/>
                <a:gd name="connsiteY51" fmla="*/ 689221 h 3741103"/>
                <a:gd name="connsiteX52" fmla="*/ 4673183 w 5069918"/>
                <a:gd name="connsiteY52" fmla="*/ 264874 h 3741103"/>
                <a:gd name="connsiteX53" fmla="*/ 4625496 w 5069918"/>
                <a:gd name="connsiteY53" fmla="*/ 162925 h 3741103"/>
                <a:gd name="connsiteX54" fmla="*/ 4572490 w 5069918"/>
                <a:gd name="connsiteY54" fmla="*/ 63364 h 3741103"/>
                <a:gd name="connsiteX55" fmla="*/ 4532299 w 5069918"/>
                <a:gd name="connsiteY55" fmla="*/ 0 h 3741103"/>
                <a:gd name="connsiteX56" fmla="*/ 4626680 w 5069918"/>
                <a:gd name="connsiteY56" fmla="*/ 0 h 3741103"/>
                <a:gd name="connsiteX57" fmla="*/ 4643978 w 5069918"/>
                <a:gd name="connsiteY57" fmla="*/ 26636 h 3741103"/>
                <a:gd name="connsiteX58" fmla="*/ 4700644 w 5069918"/>
                <a:gd name="connsiteY58" fmla="*/ 128338 h 3741103"/>
                <a:gd name="connsiteX59" fmla="*/ 4753214 w 5069918"/>
                <a:gd name="connsiteY59" fmla="*/ 232016 h 3741103"/>
                <a:gd name="connsiteX60" fmla="*/ 4921297 w 5069918"/>
                <a:gd name="connsiteY60" fmla="*/ 663363 h 3741103"/>
                <a:gd name="connsiteX61" fmla="*/ 5027482 w 5069918"/>
                <a:gd name="connsiteY61" fmla="*/ 1112991 h 3741103"/>
                <a:gd name="connsiteX62" fmla="*/ 5058082 w 5069918"/>
                <a:gd name="connsiteY62" fmla="*/ 1342088 h 3741103"/>
                <a:gd name="connsiteX63" fmla="*/ 5063486 w 5069918"/>
                <a:gd name="connsiteY63" fmla="*/ 1399651 h 3741103"/>
                <a:gd name="connsiteX64" fmla="*/ 5067846 w 5069918"/>
                <a:gd name="connsiteY64" fmla="*/ 1458284 h 3741103"/>
                <a:gd name="connsiteX65" fmla="*/ 5069414 w 5069918"/>
                <a:gd name="connsiteY65" fmla="*/ 1577772 h 3741103"/>
                <a:gd name="connsiteX66" fmla="*/ 5040732 w 5069918"/>
                <a:gd name="connsiteY66" fmla="*/ 1817822 h 3741103"/>
                <a:gd name="connsiteX67" fmla="*/ 4964102 w 5069918"/>
                <a:gd name="connsiteY67" fmla="*/ 2050871 h 3741103"/>
                <a:gd name="connsiteX68" fmla="*/ 4689486 w 5069918"/>
                <a:gd name="connsiteY68" fmla="*/ 2458008 h 3741103"/>
                <a:gd name="connsiteX69" fmla="*/ 4333792 w 5069918"/>
                <a:gd name="connsiteY69" fmla="*/ 2784606 h 3741103"/>
                <a:gd name="connsiteX70" fmla="*/ 3965197 w 5069918"/>
                <a:gd name="connsiteY70" fmla="*/ 3076041 h 3741103"/>
                <a:gd name="connsiteX71" fmla="*/ 3873745 w 5069918"/>
                <a:gd name="connsiteY71" fmla="*/ 3149167 h 3741103"/>
                <a:gd name="connsiteX72" fmla="*/ 3779416 w 5069918"/>
                <a:gd name="connsiteY72" fmla="*/ 3222705 h 3741103"/>
                <a:gd name="connsiteX73" fmla="*/ 3582739 w 5069918"/>
                <a:gd name="connsiteY73" fmla="*/ 3364594 h 3741103"/>
                <a:gd name="connsiteX74" fmla="*/ 3371851 w 5069918"/>
                <a:gd name="connsiteY74" fmla="*/ 3494377 h 3741103"/>
                <a:gd name="connsiteX75" fmla="*/ 3143615 w 5069918"/>
                <a:gd name="connsiteY75" fmla="*/ 3603819 h 3741103"/>
                <a:gd name="connsiteX76" fmla="*/ 2643552 w 5069918"/>
                <a:gd name="connsiteY76" fmla="*/ 3730555 h 3741103"/>
                <a:gd name="connsiteX77" fmla="*/ 2514264 w 5069918"/>
                <a:gd name="connsiteY77" fmla="*/ 3739696 h 3741103"/>
                <a:gd name="connsiteX78" fmla="*/ 2481920 w 5069918"/>
                <a:gd name="connsiteY78" fmla="*/ 3740849 h 3741103"/>
                <a:gd name="connsiteX79" fmla="*/ 2449664 w 5069918"/>
                <a:gd name="connsiteY79" fmla="*/ 3741014 h 3741103"/>
                <a:gd name="connsiteX80" fmla="*/ 2386284 w 5069918"/>
                <a:gd name="connsiteY80" fmla="*/ 3740273 h 3741103"/>
                <a:gd name="connsiteX81" fmla="*/ 2260658 w 5069918"/>
                <a:gd name="connsiteY81" fmla="*/ 3735331 h 3741103"/>
                <a:gd name="connsiteX82" fmla="*/ 2134945 w 5069918"/>
                <a:gd name="connsiteY82" fmla="*/ 3723967 h 3741103"/>
                <a:gd name="connsiteX83" fmla="*/ 1884564 w 5069918"/>
                <a:gd name="connsiteY83" fmla="*/ 3683451 h 3741103"/>
                <a:gd name="connsiteX84" fmla="*/ 1639764 w 5069918"/>
                <a:gd name="connsiteY84" fmla="*/ 3613537 h 3741103"/>
                <a:gd name="connsiteX85" fmla="*/ 1407081 w 5069918"/>
                <a:gd name="connsiteY85" fmla="*/ 3512164 h 3741103"/>
                <a:gd name="connsiteX86" fmla="*/ 1193491 w 5069918"/>
                <a:gd name="connsiteY86" fmla="*/ 3380240 h 3741103"/>
                <a:gd name="connsiteX87" fmla="*/ 836141 w 5069918"/>
                <a:gd name="connsiteY87" fmla="*/ 3047878 h 3741103"/>
                <a:gd name="connsiteX88" fmla="*/ 690812 w 5069918"/>
                <a:gd name="connsiteY88" fmla="*/ 2859461 h 3741103"/>
                <a:gd name="connsiteX89" fmla="*/ 562397 w 5069918"/>
                <a:gd name="connsiteY89" fmla="*/ 2662976 h 3741103"/>
                <a:gd name="connsiteX90" fmla="*/ 502504 w 5069918"/>
                <a:gd name="connsiteY90" fmla="*/ 2565474 h 3741103"/>
                <a:gd name="connsiteX91" fmla="*/ 440258 w 5069918"/>
                <a:gd name="connsiteY91" fmla="*/ 2469619 h 3741103"/>
                <a:gd name="connsiteX92" fmla="*/ 310360 w 5069918"/>
                <a:gd name="connsiteY92" fmla="*/ 2278732 h 3741103"/>
                <a:gd name="connsiteX93" fmla="*/ 246806 w 5069918"/>
                <a:gd name="connsiteY93" fmla="*/ 2181642 h 3741103"/>
                <a:gd name="connsiteX94" fmla="*/ 186303 w 5069918"/>
                <a:gd name="connsiteY94" fmla="*/ 2082411 h 3741103"/>
                <a:gd name="connsiteX95" fmla="*/ 84390 w 5069918"/>
                <a:gd name="connsiteY95" fmla="*/ 1874231 h 3741103"/>
                <a:gd name="connsiteX96" fmla="*/ 20139 w 5069918"/>
                <a:gd name="connsiteY96" fmla="*/ 1653288 h 3741103"/>
                <a:gd name="connsiteX97" fmla="*/ 0 w 5069918"/>
                <a:gd name="connsiteY97" fmla="*/ 1425590 h 3741103"/>
                <a:gd name="connsiteX98" fmla="*/ 179939 w 5069918"/>
                <a:gd name="connsiteY98" fmla="*/ 533498 h 3741103"/>
                <a:gd name="connsiteX99" fmla="*/ 276709 w 5069918"/>
                <a:gd name="connsiteY99" fmla="*/ 322519 h 3741103"/>
                <a:gd name="connsiteX100" fmla="*/ 392571 w 5069918"/>
                <a:gd name="connsiteY100" fmla="*/ 119280 h 374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5069918" h="3741103">
                  <a:moveTo>
                    <a:pt x="475344" y="0"/>
                  </a:moveTo>
                  <a:lnTo>
                    <a:pt x="643707" y="0"/>
                  </a:lnTo>
                  <a:lnTo>
                    <a:pt x="635672" y="7778"/>
                  </a:lnTo>
                  <a:cubicBezTo>
                    <a:pt x="583538" y="62643"/>
                    <a:pt x="533759" y="119691"/>
                    <a:pt x="486638" y="178818"/>
                  </a:cubicBezTo>
                  <a:cubicBezTo>
                    <a:pt x="439560" y="237945"/>
                    <a:pt x="395012" y="299131"/>
                    <a:pt x="353514" y="362293"/>
                  </a:cubicBezTo>
                  <a:cubicBezTo>
                    <a:pt x="312714" y="425784"/>
                    <a:pt x="274180" y="490841"/>
                    <a:pt x="240181" y="558120"/>
                  </a:cubicBezTo>
                  <a:cubicBezTo>
                    <a:pt x="231376" y="574838"/>
                    <a:pt x="223180" y="591801"/>
                    <a:pt x="215073" y="608766"/>
                  </a:cubicBezTo>
                  <a:lnTo>
                    <a:pt x="202868" y="634294"/>
                  </a:lnTo>
                  <a:lnTo>
                    <a:pt x="191273" y="660069"/>
                  </a:lnTo>
                  <a:cubicBezTo>
                    <a:pt x="183688" y="677280"/>
                    <a:pt x="176016" y="694491"/>
                    <a:pt x="169129" y="712032"/>
                  </a:cubicBezTo>
                  <a:cubicBezTo>
                    <a:pt x="162242" y="729572"/>
                    <a:pt x="154658" y="746866"/>
                    <a:pt x="148381" y="764571"/>
                  </a:cubicBezTo>
                  <a:cubicBezTo>
                    <a:pt x="121529" y="834897"/>
                    <a:pt x="98775" y="906706"/>
                    <a:pt x="80903" y="979750"/>
                  </a:cubicBezTo>
                  <a:cubicBezTo>
                    <a:pt x="44636" y="1125509"/>
                    <a:pt x="26067" y="1275550"/>
                    <a:pt x="26154" y="1425590"/>
                  </a:cubicBezTo>
                  <a:cubicBezTo>
                    <a:pt x="26590" y="1500365"/>
                    <a:pt x="34001" y="1574973"/>
                    <a:pt x="49170" y="1648182"/>
                  </a:cubicBezTo>
                  <a:cubicBezTo>
                    <a:pt x="65124" y="1721226"/>
                    <a:pt x="88226" y="1792705"/>
                    <a:pt x="119437" y="1861055"/>
                  </a:cubicBezTo>
                  <a:cubicBezTo>
                    <a:pt x="126847" y="1878267"/>
                    <a:pt x="135478" y="1895066"/>
                    <a:pt x="143672" y="1911947"/>
                  </a:cubicBezTo>
                  <a:cubicBezTo>
                    <a:pt x="152565" y="1928582"/>
                    <a:pt x="161021" y="1945381"/>
                    <a:pt x="170611" y="1961687"/>
                  </a:cubicBezTo>
                  <a:cubicBezTo>
                    <a:pt x="188919" y="1994626"/>
                    <a:pt x="209319" y="2026578"/>
                    <a:pt x="230330" y="2058118"/>
                  </a:cubicBezTo>
                  <a:cubicBezTo>
                    <a:pt x="251253" y="2089740"/>
                    <a:pt x="273658" y="2120539"/>
                    <a:pt x="296237" y="2151255"/>
                  </a:cubicBezTo>
                  <a:cubicBezTo>
                    <a:pt x="319165" y="2181725"/>
                    <a:pt x="342966" y="2211782"/>
                    <a:pt x="366853" y="2241757"/>
                  </a:cubicBezTo>
                  <a:cubicBezTo>
                    <a:pt x="414714" y="2301791"/>
                    <a:pt x="464756" y="2360588"/>
                    <a:pt x="513838" y="2420786"/>
                  </a:cubicBezTo>
                  <a:cubicBezTo>
                    <a:pt x="538509" y="2450761"/>
                    <a:pt x="563094" y="2480983"/>
                    <a:pt x="587330" y="2511534"/>
                  </a:cubicBezTo>
                  <a:cubicBezTo>
                    <a:pt x="611479" y="2541839"/>
                    <a:pt x="635453" y="2574038"/>
                    <a:pt x="658817" y="2603437"/>
                  </a:cubicBezTo>
                  <a:cubicBezTo>
                    <a:pt x="682008" y="2633577"/>
                    <a:pt x="706330" y="2662811"/>
                    <a:pt x="730305" y="2692210"/>
                  </a:cubicBezTo>
                  <a:cubicBezTo>
                    <a:pt x="754977" y="2721115"/>
                    <a:pt x="779474" y="2750019"/>
                    <a:pt x="805018" y="2777936"/>
                  </a:cubicBezTo>
                  <a:cubicBezTo>
                    <a:pt x="855757" y="2834098"/>
                    <a:pt x="908500" y="2888202"/>
                    <a:pt x="963424" y="2939588"/>
                  </a:cubicBezTo>
                  <a:cubicBezTo>
                    <a:pt x="1073444" y="3042113"/>
                    <a:pt x="1192183" y="3133604"/>
                    <a:pt x="1319204" y="3209447"/>
                  </a:cubicBezTo>
                  <a:cubicBezTo>
                    <a:pt x="1382846" y="3247164"/>
                    <a:pt x="1448143" y="3281751"/>
                    <a:pt x="1515882" y="3310902"/>
                  </a:cubicBezTo>
                  <a:cubicBezTo>
                    <a:pt x="1583184" y="3340877"/>
                    <a:pt x="1652666" y="3366159"/>
                    <a:pt x="1723456" y="3387570"/>
                  </a:cubicBezTo>
                  <a:cubicBezTo>
                    <a:pt x="1794246" y="3409063"/>
                    <a:pt x="1866431" y="3426439"/>
                    <a:pt x="1939662" y="3440520"/>
                  </a:cubicBezTo>
                  <a:cubicBezTo>
                    <a:pt x="2012981" y="3454355"/>
                    <a:pt x="2087519" y="3463825"/>
                    <a:pt x="2162581" y="3470167"/>
                  </a:cubicBezTo>
                  <a:cubicBezTo>
                    <a:pt x="2237643" y="3476589"/>
                    <a:pt x="2313489" y="3479390"/>
                    <a:pt x="2389597" y="3479472"/>
                  </a:cubicBezTo>
                  <a:cubicBezTo>
                    <a:pt x="2408602" y="3479472"/>
                    <a:pt x="2427869" y="3479801"/>
                    <a:pt x="2446002" y="3479059"/>
                  </a:cubicBezTo>
                  <a:lnTo>
                    <a:pt x="2473639" y="3478402"/>
                  </a:lnTo>
                  <a:lnTo>
                    <a:pt x="2501187" y="3477083"/>
                  </a:lnTo>
                  <a:cubicBezTo>
                    <a:pt x="2537890" y="3475519"/>
                    <a:pt x="2574418" y="3472060"/>
                    <a:pt x="2610685" y="3468025"/>
                  </a:cubicBezTo>
                  <a:cubicBezTo>
                    <a:pt x="2755926" y="3451226"/>
                    <a:pt x="2897244" y="3414415"/>
                    <a:pt x="3033071" y="3360230"/>
                  </a:cubicBezTo>
                  <a:cubicBezTo>
                    <a:pt x="3101158" y="3333383"/>
                    <a:pt x="3167589" y="3301514"/>
                    <a:pt x="3232974" y="3266681"/>
                  </a:cubicBezTo>
                  <a:cubicBezTo>
                    <a:pt x="3298446" y="3232011"/>
                    <a:pt x="3362697" y="3193554"/>
                    <a:pt x="3425990" y="3152873"/>
                  </a:cubicBezTo>
                  <a:cubicBezTo>
                    <a:pt x="3489282" y="3112110"/>
                    <a:pt x="3551529" y="3068712"/>
                    <a:pt x="3613601" y="3024078"/>
                  </a:cubicBezTo>
                  <a:cubicBezTo>
                    <a:pt x="3644549" y="3001762"/>
                    <a:pt x="3675411" y="2978868"/>
                    <a:pt x="3706185" y="2955893"/>
                  </a:cubicBezTo>
                  <a:lnTo>
                    <a:pt x="3799729" y="2885155"/>
                  </a:lnTo>
                  <a:cubicBezTo>
                    <a:pt x="3926402" y="2790205"/>
                    <a:pt x="4053597" y="2699374"/>
                    <a:pt x="4175561" y="2606072"/>
                  </a:cubicBezTo>
                  <a:cubicBezTo>
                    <a:pt x="4297526" y="2512852"/>
                    <a:pt x="4414084" y="2416833"/>
                    <a:pt x="4517132" y="2312331"/>
                  </a:cubicBezTo>
                  <a:cubicBezTo>
                    <a:pt x="4568480" y="2259956"/>
                    <a:pt x="4616604" y="2205689"/>
                    <a:pt x="4659758" y="2148703"/>
                  </a:cubicBezTo>
                  <a:cubicBezTo>
                    <a:pt x="4702650" y="2091634"/>
                    <a:pt x="4741184" y="2032096"/>
                    <a:pt x="4773178" y="1969674"/>
                  </a:cubicBezTo>
                  <a:cubicBezTo>
                    <a:pt x="4837865" y="1845080"/>
                    <a:pt x="4877446" y="1709038"/>
                    <a:pt x="4892092" y="1567562"/>
                  </a:cubicBezTo>
                  <a:cubicBezTo>
                    <a:pt x="4895666" y="1532233"/>
                    <a:pt x="4897845" y="1496576"/>
                    <a:pt x="4898804" y="1460754"/>
                  </a:cubicBezTo>
                  <a:cubicBezTo>
                    <a:pt x="4899066" y="1442884"/>
                    <a:pt x="4899414" y="1425015"/>
                    <a:pt x="4899153" y="1406239"/>
                  </a:cubicBezTo>
                  <a:cubicBezTo>
                    <a:pt x="4898979" y="1387711"/>
                    <a:pt x="4899066" y="1369263"/>
                    <a:pt x="4898456" y="1350735"/>
                  </a:cubicBezTo>
                  <a:cubicBezTo>
                    <a:pt x="4896974" y="1276703"/>
                    <a:pt x="4893226" y="1202753"/>
                    <a:pt x="4886774" y="1128886"/>
                  </a:cubicBezTo>
                  <a:cubicBezTo>
                    <a:pt x="4873610" y="981232"/>
                    <a:pt x="4851030" y="833991"/>
                    <a:pt x="4815896" y="689221"/>
                  </a:cubicBezTo>
                  <a:cubicBezTo>
                    <a:pt x="4780676" y="544533"/>
                    <a:pt x="4733860" y="402068"/>
                    <a:pt x="4673183" y="264874"/>
                  </a:cubicBezTo>
                  <a:cubicBezTo>
                    <a:pt x="4658101" y="230533"/>
                    <a:pt x="4642147" y="196605"/>
                    <a:pt x="4625496" y="162925"/>
                  </a:cubicBezTo>
                  <a:cubicBezTo>
                    <a:pt x="4608583" y="129326"/>
                    <a:pt x="4590885" y="96222"/>
                    <a:pt x="4572490" y="63364"/>
                  </a:cubicBezTo>
                  <a:lnTo>
                    <a:pt x="4532299" y="0"/>
                  </a:lnTo>
                  <a:lnTo>
                    <a:pt x="4626680" y="0"/>
                  </a:lnTo>
                  <a:lnTo>
                    <a:pt x="4643978" y="26636"/>
                  </a:lnTo>
                  <a:cubicBezTo>
                    <a:pt x="4663594" y="60152"/>
                    <a:pt x="4682598" y="94080"/>
                    <a:pt x="4700644" y="128338"/>
                  </a:cubicBezTo>
                  <a:cubicBezTo>
                    <a:pt x="4718866" y="162595"/>
                    <a:pt x="4736476" y="197100"/>
                    <a:pt x="4753214" y="232016"/>
                  </a:cubicBezTo>
                  <a:cubicBezTo>
                    <a:pt x="4820082" y="371681"/>
                    <a:pt x="4875964" y="515957"/>
                    <a:pt x="4921297" y="663363"/>
                  </a:cubicBezTo>
                  <a:cubicBezTo>
                    <a:pt x="4966630" y="810687"/>
                    <a:pt x="5002460" y="960975"/>
                    <a:pt x="5027482" y="1112991"/>
                  </a:cubicBezTo>
                  <a:cubicBezTo>
                    <a:pt x="5040123" y="1189000"/>
                    <a:pt x="5050323" y="1265421"/>
                    <a:pt x="5058082" y="1342088"/>
                  </a:cubicBezTo>
                  <a:cubicBezTo>
                    <a:pt x="5060261" y="1361276"/>
                    <a:pt x="5061743" y="1380464"/>
                    <a:pt x="5063486" y="1399651"/>
                  </a:cubicBezTo>
                  <a:cubicBezTo>
                    <a:pt x="5065318" y="1418591"/>
                    <a:pt x="5066625" y="1438437"/>
                    <a:pt x="5067846" y="1458284"/>
                  </a:cubicBezTo>
                  <a:cubicBezTo>
                    <a:pt x="5069851" y="1497894"/>
                    <a:pt x="5070461" y="1537751"/>
                    <a:pt x="5069414" y="1577772"/>
                  </a:cubicBezTo>
                  <a:cubicBezTo>
                    <a:pt x="5067060" y="1657734"/>
                    <a:pt x="5057820" y="1738272"/>
                    <a:pt x="5040732" y="1817822"/>
                  </a:cubicBezTo>
                  <a:cubicBezTo>
                    <a:pt x="5023123" y="1897289"/>
                    <a:pt x="4997578" y="1975686"/>
                    <a:pt x="4964102" y="2050871"/>
                  </a:cubicBezTo>
                  <a:cubicBezTo>
                    <a:pt x="4897409" y="2201736"/>
                    <a:pt x="4799942" y="2338271"/>
                    <a:pt x="4689486" y="2458008"/>
                  </a:cubicBezTo>
                  <a:cubicBezTo>
                    <a:pt x="4579116" y="2578485"/>
                    <a:pt x="4456716" y="2684139"/>
                    <a:pt x="4333792" y="2784606"/>
                  </a:cubicBezTo>
                  <a:cubicBezTo>
                    <a:pt x="4210520" y="2884908"/>
                    <a:pt x="4085853" y="2979775"/>
                    <a:pt x="3965197" y="3076041"/>
                  </a:cubicBezTo>
                  <a:lnTo>
                    <a:pt x="3873745" y="3149167"/>
                  </a:lnTo>
                  <a:cubicBezTo>
                    <a:pt x="3842621" y="3173790"/>
                    <a:pt x="3811325" y="3198413"/>
                    <a:pt x="3779416" y="3222705"/>
                  </a:cubicBezTo>
                  <a:cubicBezTo>
                    <a:pt x="3715863" y="3271374"/>
                    <a:pt x="3650652" y="3319055"/>
                    <a:pt x="3582739" y="3364594"/>
                  </a:cubicBezTo>
                  <a:cubicBezTo>
                    <a:pt x="3514913" y="3410051"/>
                    <a:pt x="3445170" y="3454190"/>
                    <a:pt x="3371851" y="3494377"/>
                  </a:cubicBezTo>
                  <a:cubicBezTo>
                    <a:pt x="3298533" y="3534481"/>
                    <a:pt x="3222687" y="3571703"/>
                    <a:pt x="3143615" y="3603819"/>
                  </a:cubicBezTo>
                  <a:cubicBezTo>
                    <a:pt x="2985994" y="3668876"/>
                    <a:pt x="2815732" y="3712356"/>
                    <a:pt x="2643552" y="3730555"/>
                  </a:cubicBezTo>
                  <a:cubicBezTo>
                    <a:pt x="2600484" y="3734838"/>
                    <a:pt x="2557331" y="3738297"/>
                    <a:pt x="2514264" y="3739696"/>
                  </a:cubicBezTo>
                  <a:lnTo>
                    <a:pt x="2481920" y="3740849"/>
                  </a:lnTo>
                  <a:lnTo>
                    <a:pt x="2449664" y="3741014"/>
                  </a:lnTo>
                  <a:cubicBezTo>
                    <a:pt x="2427869" y="3741343"/>
                    <a:pt x="2407207" y="3740685"/>
                    <a:pt x="2386284" y="3740273"/>
                  </a:cubicBezTo>
                  <a:cubicBezTo>
                    <a:pt x="2344525" y="3739779"/>
                    <a:pt x="2302505" y="3737391"/>
                    <a:pt x="2260658" y="3735331"/>
                  </a:cubicBezTo>
                  <a:cubicBezTo>
                    <a:pt x="2218725" y="3732038"/>
                    <a:pt x="2176791" y="3728991"/>
                    <a:pt x="2134945" y="3723967"/>
                  </a:cubicBezTo>
                  <a:cubicBezTo>
                    <a:pt x="2051165" y="3714497"/>
                    <a:pt x="1967473" y="3701568"/>
                    <a:pt x="1884564" y="3683451"/>
                  </a:cubicBezTo>
                  <a:cubicBezTo>
                    <a:pt x="1801657" y="3665335"/>
                    <a:pt x="1719708" y="3642029"/>
                    <a:pt x="1639764" y="3613537"/>
                  </a:cubicBezTo>
                  <a:cubicBezTo>
                    <a:pt x="1559820" y="3584961"/>
                    <a:pt x="1481969" y="3550869"/>
                    <a:pt x="1407081" y="3512164"/>
                  </a:cubicBezTo>
                  <a:cubicBezTo>
                    <a:pt x="1332455" y="3472884"/>
                    <a:pt x="1260794" y="3428992"/>
                    <a:pt x="1193491" y="3380240"/>
                  </a:cubicBezTo>
                  <a:cubicBezTo>
                    <a:pt x="1058362" y="3283233"/>
                    <a:pt x="939973" y="3169508"/>
                    <a:pt x="836141" y="3047878"/>
                  </a:cubicBezTo>
                  <a:cubicBezTo>
                    <a:pt x="784444" y="2986774"/>
                    <a:pt x="736321" y="2923695"/>
                    <a:pt x="690812" y="2859461"/>
                  </a:cubicBezTo>
                  <a:cubicBezTo>
                    <a:pt x="645217" y="2795229"/>
                    <a:pt x="602674" y="2729596"/>
                    <a:pt x="562397" y="2662976"/>
                  </a:cubicBezTo>
                  <a:cubicBezTo>
                    <a:pt x="541823" y="2629295"/>
                    <a:pt x="522992" y="2597755"/>
                    <a:pt x="502504" y="2565474"/>
                  </a:cubicBezTo>
                  <a:cubicBezTo>
                    <a:pt x="482192" y="2533440"/>
                    <a:pt x="461530" y="2501406"/>
                    <a:pt x="440258" y="2469619"/>
                  </a:cubicBezTo>
                  <a:lnTo>
                    <a:pt x="310360" y="2278732"/>
                  </a:lnTo>
                  <a:cubicBezTo>
                    <a:pt x="288826" y="2246616"/>
                    <a:pt x="267555" y="2214335"/>
                    <a:pt x="246806" y="2181642"/>
                  </a:cubicBezTo>
                  <a:cubicBezTo>
                    <a:pt x="226057" y="2148949"/>
                    <a:pt x="205483" y="2116174"/>
                    <a:pt x="186303" y="2082411"/>
                  </a:cubicBezTo>
                  <a:cubicBezTo>
                    <a:pt x="147857" y="2015213"/>
                    <a:pt x="112550" y="1946041"/>
                    <a:pt x="84390" y="1874231"/>
                  </a:cubicBezTo>
                  <a:cubicBezTo>
                    <a:pt x="55708" y="1802669"/>
                    <a:pt x="34436" y="1728473"/>
                    <a:pt x="20139" y="1653288"/>
                  </a:cubicBezTo>
                  <a:cubicBezTo>
                    <a:pt x="6452" y="1578103"/>
                    <a:pt x="0" y="1501764"/>
                    <a:pt x="0" y="1425590"/>
                  </a:cubicBezTo>
                  <a:cubicBezTo>
                    <a:pt x="1133" y="1121885"/>
                    <a:pt x="63293" y="819004"/>
                    <a:pt x="179939" y="533498"/>
                  </a:cubicBezTo>
                  <a:cubicBezTo>
                    <a:pt x="209232" y="462183"/>
                    <a:pt x="240965" y="391527"/>
                    <a:pt x="276709" y="322519"/>
                  </a:cubicBezTo>
                  <a:cubicBezTo>
                    <a:pt x="311930" y="253262"/>
                    <a:pt x="350725" y="185489"/>
                    <a:pt x="392571" y="11928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8E67742-7BE5-458C-BC8D-9EE855763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2838" y="1"/>
              <a:ext cx="4960548" cy="3526297"/>
            </a:xfrm>
            <a:custGeom>
              <a:avLst/>
              <a:gdLst>
                <a:gd name="connsiteX0" fmla="*/ 542883 w 4960548"/>
                <a:gd name="connsiteY0" fmla="*/ 0 h 3526297"/>
                <a:gd name="connsiteX1" fmla="*/ 826658 w 4960548"/>
                <a:gd name="connsiteY1" fmla="*/ 0 h 3526297"/>
                <a:gd name="connsiteX2" fmla="*/ 730698 w 4960548"/>
                <a:gd name="connsiteY2" fmla="*/ 89329 h 3526297"/>
                <a:gd name="connsiteX3" fmla="*/ 590295 w 4960548"/>
                <a:gd name="connsiteY3" fmla="*/ 244485 h 3526297"/>
                <a:gd name="connsiteX4" fmla="*/ 357524 w 4960548"/>
                <a:gd name="connsiteY4" fmla="*/ 587307 h 3526297"/>
                <a:gd name="connsiteX5" fmla="*/ 199554 w 4960548"/>
                <a:gd name="connsiteY5" fmla="*/ 966280 h 3526297"/>
                <a:gd name="connsiteX6" fmla="*/ 142104 w 4960548"/>
                <a:gd name="connsiteY6" fmla="*/ 1370286 h 3526297"/>
                <a:gd name="connsiteX7" fmla="*/ 166339 w 4960548"/>
                <a:gd name="connsiteY7" fmla="*/ 1568090 h 3526297"/>
                <a:gd name="connsiteX8" fmla="*/ 237914 w 4960548"/>
                <a:gd name="connsiteY8" fmla="*/ 1753129 h 3526297"/>
                <a:gd name="connsiteX9" fmla="*/ 287868 w 4960548"/>
                <a:gd name="connsiteY9" fmla="*/ 1840255 h 3526297"/>
                <a:gd name="connsiteX10" fmla="*/ 345232 w 4960548"/>
                <a:gd name="connsiteY10" fmla="*/ 1924581 h 3526297"/>
                <a:gd name="connsiteX11" fmla="*/ 477745 w 4960548"/>
                <a:gd name="connsiteY11" fmla="*/ 2087551 h 3526297"/>
                <a:gd name="connsiteX12" fmla="*/ 621156 w 4960548"/>
                <a:gd name="connsiteY12" fmla="*/ 2251756 h 3526297"/>
                <a:gd name="connsiteX13" fmla="*/ 692469 w 4960548"/>
                <a:gd name="connsiteY13" fmla="*/ 2337482 h 3526297"/>
                <a:gd name="connsiteX14" fmla="*/ 726731 w 4960548"/>
                <a:gd name="connsiteY14" fmla="*/ 2379562 h 3526297"/>
                <a:gd name="connsiteX15" fmla="*/ 760295 w 4960548"/>
                <a:gd name="connsiteY15" fmla="*/ 2419831 h 3526297"/>
                <a:gd name="connsiteX16" fmla="*/ 1048685 w 4960548"/>
                <a:gd name="connsiteY16" fmla="*/ 2717443 h 3526297"/>
                <a:gd name="connsiteX17" fmla="*/ 1202035 w 4960548"/>
                <a:gd name="connsiteY17" fmla="*/ 2851344 h 3526297"/>
                <a:gd name="connsiteX18" fmla="*/ 1362620 w 4960548"/>
                <a:gd name="connsiteY18" fmla="*/ 2974785 h 3526297"/>
                <a:gd name="connsiteX19" fmla="*/ 1721364 w 4960548"/>
                <a:gd name="connsiteY19" fmla="*/ 3170036 h 3526297"/>
                <a:gd name="connsiteX20" fmla="*/ 1922052 w 4960548"/>
                <a:gd name="connsiteY20" fmla="*/ 3225210 h 3526297"/>
                <a:gd name="connsiteX21" fmla="*/ 1973488 w 4960548"/>
                <a:gd name="connsiteY21" fmla="*/ 3234928 h 3526297"/>
                <a:gd name="connsiteX22" fmla="*/ 2025360 w 4960548"/>
                <a:gd name="connsiteY22" fmla="*/ 3243080 h 3526297"/>
                <a:gd name="connsiteX23" fmla="*/ 2130063 w 4960548"/>
                <a:gd name="connsiteY23" fmla="*/ 3254774 h 3526297"/>
                <a:gd name="connsiteX24" fmla="*/ 2182719 w 4960548"/>
                <a:gd name="connsiteY24" fmla="*/ 3258562 h 3526297"/>
                <a:gd name="connsiteX25" fmla="*/ 2235551 w 4960548"/>
                <a:gd name="connsiteY25" fmla="*/ 3261197 h 3526297"/>
                <a:gd name="connsiteX26" fmla="*/ 2288556 w 4960548"/>
                <a:gd name="connsiteY26" fmla="*/ 3262350 h 3526297"/>
                <a:gd name="connsiteX27" fmla="*/ 2341648 w 4960548"/>
                <a:gd name="connsiteY27" fmla="*/ 3262103 h 3526297"/>
                <a:gd name="connsiteX28" fmla="*/ 2368238 w 4960548"/>
                <a:gd name="connsiteY28" fmla="*/ 3261856 h 3526297"/>
                <a:gd name="connsiteX29" fmla="*/ 2393869 w 4960548"/>
                <a:gd name="connsiteY29" fmla="*/ 3260785 h 3526297"/>
                <a:gd name="connsiteX30" fmla="*/ 2419413 w 4960548"/>
                <a:gd name="connsiteY30" fmla="*/ 3259550 h 3526297"/>
                <a:gd name="connsiteX31" fmla="*/ 2444869 w 4960548"/>
                <a:gd name="connsiteY31" fmla="*/ 3257574 h 3526297"/>
                <a:gd name="connsiteX32" fmla="*/ 2545824 w 4960548"/>
                <a:gd name="connsiteY32" fmla="*/ 3245798 h 3526297"/>
                <a:gd name="connsiteX33" fmla="*/ 2930373 w 4960548"/>
                <a:gd name="connsiteY33" fmla="*/ 3126555 h 3526297"/>
                <a:gd name="connsiteX34" fmla="*/ 3285631 w 4960548"/>
                <a:gd name="connsiteY34" fmla="*/ 2917552 h 3526297"/>
                <a:gd name="connsiteX35" fmla="*/ 3371764 w 4960548"/>
                <a:gd name="connsiteY35" fmla="*/ 2856120 h 3526297"/>
                <a:gd name="connsiteX36" fmla="*/ 3457898 w 4960548"/>
                <a:gd name="connsiteY36" fmla="*/ 2792628 h 3526297"/>
                <a:gd name="connsiteX37" fmla="*/ 3632344 w 4960548"/>
                <a:gd name="connsiteY37" fmla="*/ 2660869 h 3526297"/>
                <a:gd name="connsiteX38" fmla="*/ 3990915 w 4960548"/>
                <a:gd name="connsiteY38" fmla="*/ 2405832 h 3526297"/>
                <a:gd name="connsiteX39" fmla="*/ 4324988 w 4960548"/>
                <a:gd name="connsiteY39" fmla="*/ 2152196 h 3526297"/>
                <a:gd name="connsiteX40" fmla="*/ 4592106 w 4960548"/>
                <a:gd name="connsiteY40" fmla="*/ 1861501 h 3526297"/>
                <a:gd name="connsiteX41" fmla="*/ 4683122 w 4960548"/>
                <a:gd name="connsiteY41" fmla="*/ 1692521 h 3526297"/>
                <a:gd name="connsiteX42" fmla="*/ 4738568 w 4960548"/>
                <a:gd name="connsiteY42" fmla="*/ 1507893 h 3526297"/>
                <a:gd name="connsiteX43" fmla="*/ 4753912 w 4960548"/>
                <a:gd name="connsiteY43" fmla="*/ 1411050 h 3526297"/>
                <a:gd name="connsiteX44" fmla="*/ 4756440 w 4960548"/>
                <a:gd name="connsiteY44" fmla="*/ 1386509 h 3526297"/>
                <a:gd name="connsiteX45" fmla="*/ 4758358 w 4960548"/>
                <a:gd name="connsiteY45" fmla="*/ 1361475 h 3526297"/>
                <a:gd name="connsiteX46" fmla="*/ 4761148 w 4960548"/>
                <a:gd name="connsiteY46" fmla="*/ 1309759 h 3526297"/>
                <a:gd name="connsiteX47" fmla="*/ 4756354 w 4960548"/>
                <a:gd name="connsiteY47" fmla="*/ 1102980 h 3526297"/>
                <a:gd name="connsiteX48" fmla="*/ 4725578 w 4960548"/>
                <a:gd name="connsiteY48" fmla="*/ 898753 h 3526297"/>
                <a:gd name="connsiteX49" fmla="*/ 4673358 w 4960548"/>
                <a:gd name="connsiteY49" fmla="*/ 699384 h 3526297"/>
                <a:gd name="connsiteX50" fmla="*/ 4538491 w 4960548"/>
                <a:gd name="connsiteY50" fmla="*/ 312754 h 3526297"/>
                <a:gd name="connsiteX51" fmla="*/ 4446604 w 4960548"/>
                <a:gd name="connsiteY51" fmla="*/ 129196 h 3526297"/>
                <a:gd name="connsiteX52" fmla="*/ 4419840 w 4960548"/>
                <a:gd name="connsiteY52" fmla="*/ 85222 h 3526297"/>
                <a:gd name="connsiteX53" fmla="*/ 4391680 w 4960548"/>
                <a:gd name="connsiteY53" fmla="*/ 42071 h 3526297"/>
                <a:gd name="connsiteX54" fmla="*/ 4361930 w 4960548"/>
                <a:gd name="connsiteY54" fmla="*/ 0 h 3526297"/>
                <a:gd name="connsiteX55" fmla="*/ 4588871 w 4960548"/>
                <a:gd name="connsiteY55" fmla="*/ 0 h 3526297"/>
                <a:gd name="connsiteX56" fmla="*/ 4613640 w 4960548"/>
                <a:gd name="connsiteY56" fmla="*/ 38859 h 3526297"/>
                <a:gd name="connsiteX57" fmla="*/ 4724445 w 4960548"/>
                <a:gd name="connsiteY57" fmla="*/ 234687 h 3526297"/>
                <a:gd name="connsiteX58" fmla="*/ 4876138 w 4960548"/>
                <a:gd name="connsiteY58" fmla="*/ 653022 h 3526297"/>
                <a:gd name="connsiteX59" fmla="*/ 4911707 w 4960548"/>
                <a:gd name="connsiteY59" fmla="*/ 870671 h 3526297"/>
                <a:gd name="connsiteX60" fmla="*/ 4934810 w 4960548"/>
                <a:gd name="connsiteY60" fmla="*/ 1088487 h 3526297"/>
                <a:gd name="connsiteX61" fmla="*/ 4953206 w 4960548"/>
                <a:gd name="connsiteY61" fmla="*/ 1306301 h 3526297"/>
                <a:gd name="connsiteX62" fmla="*/ 4956954 w 4960548"/>
                <a:gd name="connsiteY62" fmla="*/ 1360899 h 3526297"/>
                <a:gd name="connsiteX63" fmla="*/ 4958610 w 4960548"/>
                <a:gd name="connsiteY63" fmla="*/ 1388980 h 3526297"/>
                <a:gd name="connsiteX64" fmla="*/ 4959830 w 4960548"/>
                <a:gd name="connsiteY64" fmla="*/ 1417555 h 3526297"/>
                <a:gd name="connsiteX65" fmla="*/ 4958174 w 4960548"/>
                <a:gd name="connsiteY65" fmla="*/ 1532680 h 3526297"/>
                <a:gd name="connsiteX66" fmla="*/ 4834030 w 4960548"/>
                <a:gd name="connsiteY66" fmla="*/ 1984861 h 3526297"/>
                <a:gd name="connsiteX67" fmla="*/ 4558106 w 4960548"/>
                <a:gd name="connsiteY67" fmla="*/ 2368857 h 3526297"/>
                <a:gd name="connsiteX68" fmla="*/ 4389936 w 4960548"/>
                <a:gd name="connsiteY68" fmla="*/ 2528945 h 3526297"/>
                <a:gd name="connsiteX69" fmla="*/ 4214618 w 4960548"/>
                <a:gd name="connsiteY69" fmla="*/ 2674457 h 3526297"/>
                <a:gd name="connsiteX70" fmla="*/ 3858489 w 4960548"/>
                <a:gd name="connsiteY70" fmla="*/ 2936658 h 3526297"/>
                <a:gd name="connsiteX71" fmla="*/ 3768868 w 4960548"/>
                <a:gd name="connsiteY71" fmla="*/ 3000643 h 3526297"/>
                <a:gd name="connsiteX72" fmla="*/ 3676806 w 4960548"/>
                <a:gd name="connsiteY72" fmla="*/ 3065040 h 3526297"/>
                <a:gd name="connsiteX73" fmla="*/ 3582477 w 4960548"/>
                <a:gd name="connsiteY73" fmla="*/ 3128614 h 3526297"/>
                <a:gd name="connsiteX74" fmla="*/ 3485185 w 4960548"/>
                <a:gd name="connsiteY74" fmla="*/ 3190377 h 3526297"/>
                <a:gd name="connsiteX75" fmla="*/ 3280923 w 4960548"/>
                <a:gd name="connsiteY75" fmla="*/ 3306325 h 3526297"/>
                <a:gd name="connsiteX76" fmla="*/ 3061230 w 4960548"/>
                <a:gd name="connsiteY76" fmla="*/ 3404897 h 3526297"/>
                <a:gd name="connsiteX77" fmla="*/ 2583137 w 4960548"/>
                <a:gd name="connsiteY77" fmla="*/ 3518292 h 3526297"/>
                <a:gd name="connsiteX78" fmla="*/ 2460038 w 4960548"/>
                <a:gd name="connsiteY78" fmla="*/ 3525622 h 3526297"/>
                <a:gd name="connsiteX79" fmla="*/ 2429264 w 4960548"/>
                <a:gd name="connsiteY79" fmla="*/ 3526280 h 3526297"/>
                <a:gd name="connsiteX80" fmla="*/ 2398576 w 4960548"/>
                <a:gd name="connsiteY80" fmla="*/ 3526116 h 3526297"/>
                <a:gd name="connsiteX81" fmla="*/ 2367977 w 4960548"/>
                <a:gd name="connsiteY81" fmla="*/ 3525786 h 3526297"/>
                <a:gd name="connsiteX82" fmla="*/ 2338249 w 4960548"/>
                <a:gd name="connsiteY82" fmla="*/ 3524716 h 3526297"/>
                <a:gd name="connsiteX83" fmla="*/ 2100770 w 4960548"/>
                <a:gd name="connsiteY83" fmla="*/ 3506845 h 3526297"/>
                <a:gd name="connsiteX84" fmla="*/ 1864776 w 4960548"/>
                <a:gd name="connsiteY84" fmla="*/ 3467483 h 3526297"/>
                <a:gd name="connsiteX85" fmla="*/ 1632964 w 4960548"/>
                <a:gd name="connsiteY85" fmla="*/ 3405803 h 3526297"/>
                <a:gd name="connsiteX86" fmla="*/ 1189219 w 4960548"/>
                <a:gd name="connsiteY86" fmla="*/ 3220352 h 3526297"/>
                <a:gd name="connsiteX87" fmla="*/ 815305 w 4960548"/>
                <a:gd name="connsiteY87" fmla="*/ 2931634 h 3526297"/>
                <a:gd name="connsiteX88" fmla="*/ 663699 w 4960548"/>
                <a:gd name="connsiteY88" fmla="*/ 2757877 h 3526297"/>
                <a:gd name="connsiteX89" fmla="*/ 531274 w 4960548"/>
                <a:gd name="connsiteY89" fmla="*/ 2573907 h 3526297"/>
                <a:gd name="connsiteX90" fmla="*/ 500325 w 4960548"/>
                <a:gd name="connsiteY90" fmla="*/ 2527051 h 3526297"/>
                <a:gd name="connsiteX91" fmla="*/ 470771 w 4960548"/>
                <a:gd name="connsiteY91" fmla="*/ 2481594 h 3526297"/>
                <a:gd name="connsiteX92" fmla="*/ 412448 w 4960548"/>
                <a:gd name="connsiteY92" fmla="*/ 2393479 h 3526297"/>
                <a:gd name="connsiteX93" fmla="*/ 291616 w 4960548"/>
                <a:gd name="connsiteY93" fmla="*/ 2213464 h 3526297"/>
                <a:gd name="connsiteX94" fmla="*/ 173662 w 4960548"/>
                <a:gd name="connsiteY94" fmla="*/ 2023154 h 3526297"/>
                <a:gd name="connsiteX95" fmla="*/ 120483 w 4960548"/>
                <a:gd name="connsiteY95" fmla="*/ 1922276 h 3526297"/>
                <a:gd name="connsiteX96" fmla="*/ 75324 w 4960548"/>
                <a:gd name="connsiteY96" fmla="*/ 1816703 h 3526297"/>
                <a:gd name="connsiteX97" fmla="*/ 40713 w 4960548"/>
                <a:gd name="connsiteY97" fmla="*/ 1707179 h 3526297"/>
                <a:gd name="connsiteX98" fmla="*/ 27811 w 4960548"/>
                <a:gd name="connsiteY98" fmla="*/ 1651346 h 3526297"/>
                <a:gd name="connsiteX99" fmla="*/ 22144 w 4960548"/>
                <a:gd name="connsiteY99" fmla="*/ 1623346 h 3526297"/>
                <a:gd name="connsiteX100" fmla="*/ 17436 w 4960548"/>
                <a:gd name="connsiteY100" fmla="*/ 1595265 h 3526297"/>
                <a:gd name="connsiteX101" fmla="*/ 0 w 4960548"/>
                <a:gd name="connsiteY101" fmla="*/ 1370286 h 3526297"/>
                <a:gd name="connsiteX102" fmla="*/ 48385 w 4960548"/>
                <a:gd name="connsiteY102" fmla="*/ 931939 h 3526297"/>
                <a:gd name="connsiteX103" fmla="*/ 193801 w 4960548"/>
                <a:gd name="connsiteY103" fmla="*/ 511957 h 3526297"/>
                <a:gd name="connsiteX104" fmla="*/ 431660 w 4960548"/>
                <a:gd name="connsiteY104" fmla="*/ 131379 h 3526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4960548" h="3526297">
                  <a:moveTo>
                    <a:pt x="542883" y="0"/>
                  </a:moveTo>
                  <a:lnTo>
                    <a:pt x="826658" y="0"/>
                  </a:lnTo>
                  <a:lnTo>
                    <a:pt x="730698" y="89329"/>
                  </a:lnTo>
                  <a:cubicBezTo>
                    <a:pt x="681528" y="139120"/>
                    <a:pt x="634626" y="190876"/>
                    <a:pt x="590295" y="244485"/>
                  </a:cubicBezTo>
                  <a:cubicBezTo>
                    <a:pt x="501458" y="351540"/>
                    <a:pt x="423083" y="466336"/>
                    <a:pt x="357524" y="587307"/>
                  </a:cubicBezTo>
                  <a:cubicBezTo>
                    <a:pt x="291965" y="708196"/>
                    <a:pt x="237391" y="834767"/>
                    <a:pt x="199554" y="966280"/>
                  </a:cubicBezTo>
                  <a:cubicBezTo>
                    <a:pt x="161632" y="1097463"/>
                    <a:pt x="142016" y="1233833"/>
                    <a:pt x="142104" y="1370286"/>
                  </a:cubicBezTo>
                  <a:cubicBezTo>
                    <a:pt x="142888" y="1437319"/>
                    <a:pt x="149862" y="1503858"/>
                    <a:pt x="166339" y="1568090"/>
                  </a:cubicBezTo>
                  <a:cubicBezTo>
                    <a:pt x="182555" y="1632405"/>
                    <a:pt x="207750" y="1693921"/>
                    <a:pt x="237914" y="1753129"/>
                  </a:cubicBezTo>
                  <a:cubicBezTo>
                    <a:pt x="253170" y="1782693"/>
                    <a:pt x="270084" y="1811680"/>
                    <a:pt x="287868" y="1840255"/>
                  </a:cubicBezTo>
                  <a:cubicBezTo>
                    <a:pt x="305914" y="1868748"/>
                    <a:pt x="325181" y="1896830"/>
                    <a:pt x="345232" y="1924581"/>
                  </a:cubicBezTo>
                  <a:cubicBezTo>
                    <a:pt x="385858" y="1979920"/>
                    <a:pt x="431017" y="2033612"/>
                    <a:pt x="477745" y="2087551"/>
                  </a:cubicBezTo>
                  <a:cubicBezTo>
                    <a:pt x="524474" y="2141573"/>
                    <a:pt x="573294" y="2195594"/>
                    <a:pt x="621156" y="2251756"/>
                  </a:cubicBezTo>
                  <a:cubicBezTo>
                    <a:pt x="645130" y="2279755"/>
                    <a:pt x="668843" y="2308412"/>
                    <a:pt x="692469" y="2337482"/>
                  </a:cubicBezTo>
                  <a:lnTo>
                    <a:pt x="726731" y="2379562"/>
                  </a:lnTo>
                  <a:cubicBezTo>
                    <a:pt x="737977" y="2392986"/>
                    <a:pt x="748700" y="2406738"/>
                    <a:pt x="760295" y="2419831"/>
                  </a:cubicBezTo>
                  <a:cubicBezTo>
                    <a:pt x="850788" y="2526392"/>
                    <a:pt x="948952" y="2624470"/>
                    <a:pt x="1048685" y="2717443"/>
                  </a:cubicBezTo>
                  <a:cubicBezTo>
                    <a:pt x="1098814" y="2763724"/>
                    <a:pt x="1149814" y="2808439"/>
                    <a:pt x="1202035" y="2851344"/>
                  </a:cubicBezTo>
                  <a:cubicBezTo>
                    <a:pt x="1254256" y="2894248"/>
                    <a:pt x="1307435" y="2935752"/>
                    <a:pt x="1362620" y="2974785"/>
                  </a:cubicBezTo>
                  <a:cubicBezTo>
                    <a:pt x="1472554" y="3053017"/>
                    <a:pt x="1591118" y="3122932"/>
                    <a:pt x="1721364" y="3170036"/>
                  </a:cubicBezTo>
                  <a:cubicBezTo>
                    <a:pt x="1786314" y="3193588"/>
                    <a:pt x="1853617" y="3211622"/>
                    <a:pt x="1922052" y="3225210"/>
                  </a:cubicBezTo>
                  <a:cubicBezTo>
                    <a:pt x="1939227" y="3228422"/>
                    <a:pt x="1956227" y="3232128"/>
                    <a:pt x="1973488" y="3234928"/>
                  </a:cubicBezTo>
                  <a:lnTo>
                    <a:pt x="2025360" y="3243080"/>
                  </a:lnTo>
                  <a:cubicBezTo>
                    <a:pt x="2060145" y="3247445"/>
                    <a:pt x="2094930" y="3252056"/>
                    <a:pt x="2130063" y="3254774"/>
                  </a:cubicBezTo>
                  <a:cubicBezTo>
                    <a:pt x="2147587" y="3256338"/>
                    <a:pt x="2165109" y="3257821"/>
                    <a:pt x="2182719" y="3258562"/>
                  </a:cubicBezTo>
                  <a:cubicBezTo>
                    <a:pt x="2200330" y="3259385"/>
                    <a:pt x="2217853" y="3260703"/>
                    <a:pt x="2235551" y="3261197"/>
                  </a:cubicBezTo>
                  <a:lnTo>
                    <a:pt x="2288556" y="3262350"/>
                  </a:lnTo>
                  <a:cubicBezTo>
                    <a:pt x="2306166" y="3262761"/>
                    <a:pt x="2323951" y="3262185"/>
                    <a:pt x="2341648" y="3262103"/>
                  </a:cubicBezTo>
                  <a:lnTo>
                    <a:pt x="2368238" y="3261856"/>
                  </a:lnTo>
                  <a:cubicBezTo>
                    <a:pt x="2376869" y="3261609"/>
                    <a:pt x="2385325" y="3261115"/>
                    <a:pt x="2393869" y="3260785"/>
                  </a:cubicBezTo>
                  <a:cubicBezTo>
                    <a:pt x="2402412" y="3260373"/>
                    <a:pt x="2410956" y="3260127"/>
                    <a:pt x="2419413" y="3259550"/>
                  </a:cubicBezTo>
                  <a:lnTo>
                    <a:pt x="2444869" y="3257574"/>
                  </a:lnTo>
                  <a:cubicBezTo>
                    <a:pt x="2478782" y="3255021"/>
                    <a:pt x="2512434" y="3250739"/>
                    <a:pt x="2545824" y="3245798"/>
                  </a:cubicBezTo>
                  <a:cubicBezTo>
                    <a:pt x="2679470" y="3224881"/>
                    <a:pt x="2807973" y="3183954"/>
                    <a:pt x="2930373" y="3126555"/>
                  </a:cubicBezTo>
                  <a:cubicBezTo>
                    <a:pt x="3053210" y="3069817"/>
                    <a:pt x="3170118" y="2997184"/>
                    <a:pt x="3285631" y="2917552"/>
                  </a:cubicBezTo>
                  <a:cubicBezTo>
                    <a:pt x="3314487" y="2897706"/>
                    <a:pt x="3343169" y="2876954"/>
                    <a:pt x="3371764" y="2856120"/>
                  </a:cubicBezTo>
                  <a:cubicBezTo>
                    <a:pt x="3400534" y="2835285"/>
                    <a:pt x="3429216" y="2814121"/>
                    <a:pt x="3457898" y="2792628"/>
                  </a:cubicBezTo>
                  <a:lnTo>
                    <a:pt x="3632344" y="2660869"/>
                  </a:lnTo>
                  <a:cubicBezTo>
                    <a:pt x="3752043" y="2571190"/>
                    <a:pt x="3872873" y="2487687"/>
                    <a:pt x="3990915" y="2405832"/>
                  </a:cubicBezTo>
                  <a:cubicBezTo>
                    <a:pt x="4108869" y="2323976"/>
                    <a:pt x="4222378" y="2241297"/>
                    <a:pt x="4324988" y="2152196"/>
                  </a:cubicBezTo>
                  <a:cubicBezTo>
                    <a:pt x="4427598" y="2063258"/>
                    <a:pt x="4520270" y="1968474"/>
                    <a:pt x="4592106" y="1861501"/>
                  </a:cubicBezTo>
                  <a:cubicBezTo>
                    <a:pt x="4628024" y="1808057"/>
                    <a:pt x="4658712" y="1751730"/>
                    <a:pt x="4683122" y="1692521"/>
                  </a:cubicBezTo>
                  <a:cubicBezTo>
                    <a:pt x="4707706" y="1633393"/>
                    <a:pt x="4725404" y="1571467"/>
                    <a:pt x="4738568" y="1507893"/>
                  </a:cubicBezTo>
                  <a:cubicBezTo>
                    <a:pt x="4745106" y="1476106"/>
                    <a:pt x="4750338" y="1443742"/>
                    <a:pt x="4753912" y="1411050"/>
                  </a:cubicBezTo>
                  <a:cubicBezTo>
                    <a:pt x="4754958" y="1402897"/>
                    <a:pt x="4755656" y="1394662"/>
                    <a:pt x="4756440" y="1386509"/>
                  </a:cubicBezTo>
                  <a:cubicBezTo>
                    <a:pt x="4757138" y="1378274"/>
                    <a:pt x="4758010" y="1370204"/>
                    <a:pt x="4758358" y="1361475"/>
                  </a:cubicBezTo>
                  <a:lnTo>
                    <a:pt x="4761148" y="1309759"/>
                  </a:lnTo>
                  <a:cubicBezTo>
                    <a:pt x="4763676" y="1240751"/>
                    <a:pt x="4762106" y="1171659"/>
                    <a:pt x="4756354" y="1102980"/>
                  </a:cubicBezTo>
                  <a:cubicBezTo>
                    <a:pt x="4750774" y="1034218"/>
                    <a:pt x="4740050" y="966033"/>
                    <a:pt x="4725578" y="898753"/>
                  </a:cubicBezTo>
                  <a:cubicBezTo>
                    <a:pt x="4710932" y="831473"/>
                    <a:pt x="4692624" y="765100"/>
                    <a:pt x="4673358" y="699384"/>
                  </a:cubicBezTo>
                  <a:cubicBezTo>
                    <a:pt x="4634912" y="568037"/>
                    <a:pt x="4592456" y="438419"/>
                    <a:pt x="4538491" y="312754"/>
                  </a:cubicBezTo>
                  <a:cubicBezTo>
                    <a:pt x="4511464" y="250003"/>
                    <a:pt x="4481301" y="188406"/>
                    <a:pt x="4446604" y="129196"/>
                  </a:cubicBezTo>
                  <a:cubicBezTo>
                    <a:pt x="4438147" y="114291"/>
                    <a:pt x="4428819" y="99798"/>
                    <a:pt x="4419840" y="85222"/>
                  </a:cubicBezTo>
                  <a:cubicBezTo>
                    <a:pt x="4410598" y="70728"/>
                    <a:pt x="4401008" y="56482"/>
                    <a:pt x="4391680" y="42071"/>
                  </a:cubicBezTo>
                  <a:lnTo>
                    <a:pt x="4361930" y="0"/>
                  </a:lnTo>
                  <a:lnTo>
                    <a:pt x="4588871" y="0"/>
                  </a:lnTo>
                  <a:lnTo>
                    <a:pt x="4613640" y="38859"/>
                  </a:lnTo>
                  <a:cubicBezTo>
                    <a:pt x="4653306" y="102762"/>
                    <a:pt x="4690706" y="167901"/>
                    <a:pt x="4724445" y="234687"/>
                  </a:cubicBezTo>
                  <a:cubicBezTo>
                    <a:pt x="4792096" y="368257"/>
                    <a:pt x="4844230" y="508828"/>
                    <a:pt x="4876138" y="653022"/>
                  </a:cubicBezTo>
                  <a:cubicBezTo>
                    <a:pt x="4892005" y="725161"/>
                    <a:pt x="4903077" y="797874"/>
                    <a:pt x="4911707" y="870671"/>
                  </a:cubicBezTo>
                  <a:cubicBezTo>
                    <a:pt x="4920513" y="943386"/>
                    <a:pt x="4927574" y="1016019"/>
                    <a:pt x="4934810" y="1088487"/>
                  </a:cubicBezTo>
                  <a:cubicBezTo>
                    <a:pt x="4941697" y="1161036"/>
                    <a:pt x="4947799" y="1233586"/>
                    <a:pt x="4953206" y="1306301"/>
                  </a:cubicBezTo>
                  <a:lnTo>
                    <a:pt x="4956954" y="1360899"/>
                  </a:lnTo>
                  <a:cubicBezTo>
                    <a:pt x="4957651" y="1369875"/>
                    <a:pt x="4958087" y="1379510"/>
                    <a:pt x="4958610" y="1388980"/>
                  </a:cubicBezTo>
                  <a:cubicBezTo>
                    <a:pt x="4959133" y="1398450"/>
                    <a:pt x="4959656" y="1408003"/>
                    <a:pt x="4959830" y="1417555"/>
                  </a:cubicBezTo>
                  <a:cubicBezTo>
                    <a:pt x="4961138" y="1455683"/>
                    <a:pt x="4960702" y="1494140"/>
                    <a:pt x="4958174" y="1532680"/>
                  </a:cubicBezTo>
                  <a:cubicBezTo>
                    <a:pt x="4948760" y="1686920"/>
                    <a:pt x="4904908" y="1842314"/>
                    <a:pt x="4834030" y="1984861"/>
                  </a:cubicBezTo>
                  <a:cubicBezTo>
                    <a:pt x="4763328" y="2127820"/>
                    <a:pt x="4665860" y="2256121"/>
                    <a:pt x="4558106" y="2368857"/>
                  </a:cubicBezTo>
                  <a:cubicBezTo>
                    <a:pt x="4504230" y="2425432"/>
                    <a:pt x="4447650" y="2478465"/>
                    <a:pt x="4389936" y="2528945"/>
                  </a:cubicBezTo>
                  <a:cubicBezTo>
                    <a:pt x="4332223" y="2579425"/>
                    <a:pt x="4273726" y="2628011"/>
                    <a:pt x="4214618" y="2674457"/>
                  </a:cubicBezTo>
                  <a:cubicBezTo>
                    <a:pt x="4096664" y="2767759"/>
                    <a:pt x="3976094" y="2852826"/>
                    <a:pt x="3858489" y="2936658"/>
                  </a:cubicBezTo>
                  <a:lnTo>
                    <a:pt x="3768868" y="3000643"/>
                  </a:lnTo>
                  <a:cubicBezTo>
                    <a:pt x="3738530" y="3022136"/>
                    <a:pt x="3707929" y="3043794"/>
                    <a:pt x="3676806" y="3065040"/>
                  </a:cubicBezTo>
                  <a:cubicBezTo>
                    <a:pt x="3645770" y="3086369"/>
                    <a:pt x="3614386" y="3107615"/>
                    <a:pt x="3582477" y="3128614"/>
                  </a:cubicBezTo>
                  <a:cubicBezTo>
                    <a:pt x="3550483" y="3149449"/>
                    <a:pt x="3518226" y="3170118"/>
                    <a:pt x="3485185" y="3190377"/>
                  </a:cubicBezTo>
                  <a:cubicBezTo>
                    <a:pt x="3419452" y="3230975"/>
                    <a:pt x="3351625" y="3270338"/>
                    <a:pt x="3280923" y="3306325"/>
                  </a:cubicBezTo>
                  <a:cubicBezTo>
                    <a:pt x="3210307" y="3342476"/>
                    <a:pt x="3137251" y="3376074"/>
                    <a:pt x="3061230" y="3404897"/>
                  </a:cubicBezTo>
                  <a:cubicBezTo>
                    <a:pt x="2909886" y="3463366"/>
                    <a:pt x="2747295" y="3502810"/>
                    <a:pt x="2583137" y="3518292"/>
                  </a:cubicBezTo>
                  <a:cubicBezTo>
                    <a:pt x="2542075" y="3521999"/>
                    <a:pt x="2501013" y="3524798"/>
                    <a:pt x="2460038" y="3525622"/>
                  </a:cubicBezTo>
                  <a:lnTo>
                    <a:pt x="2429264" y="3526280"/>
                  </a:lnTo>
                  <a:cubicBezTo>
                    <a:pt x="2419064" y="3526363"/>
                    <a:pt x="2408777" y="3526116"/>
                    <a:pt x="2398576" y="3526116"/>
                  </a:cubicBezTo>
                  <a:lnTo>
                    <a:pt x="2367977" y="3525786"/>
                  </a:lnTo>
                  <a:lnTo>
                    <a:pt x="2338249" y="3524716"/>
                  </a:lnTo>
                  <a:cubicBezTo>
                    <a:pt x="2259089" y="3522327"/>
                    <a:pt x="2179756" y="3516399"/>
                    <a:pt x="2100770" y="3506845"/>
                  </a:cubicBezTo>
                  <a:cubicBezTo>
                    <a:pt x="2021699" y="3497787"/>
                    <a:pt x="1942801" y="3484776"/>
                    <a:pt x="1864776" y="3467483"/>
                  </a:cubicBezTo>
                  <a:cubicBezTo>
                    <a:pt x="1786836" y="3450025"/>
                    <a:pt x="1709508" y="3429355"/>
                    <a:pt x="1632964" y="3405803"/>
                  </a:cubicBezTo>
                  <a:cubicBezTo>
                    <a:pt x="1480138" y="3358288"/>
                    <a:pt x="1329055" y="3299160"/>
                    <a:pt x="1189219" y="3220352"/>
                  </a:cubicBezTo>
                  <a:cubicBezTo>
                    <a:pt x="1049296" y="3141708"/>
                    <a:pt x="924367" y="3041982"/>
                    <a:pt x="815305" y="2931634"/>
                  </a:cubicBezTo>
                  <a:cubicBezTo>
                    <a:pt x="760469" y="2876542"/>
                    <a:pt x="710603" y="2817909"/>
                    <a:pt x="663699" y="2757877"/>
                  </a:cubicBezTo>
                  <a:cubicBezTo>
                    <a:pt x="617059" y="2697597"/>
                    <a:pt x="572684" y="2636411"/>
                    <a:pt x="531274" y="2573907"/>
                  </a:cubicBezTo>
                  <a:cubicBezTo>
                    <a:pt x="520638" y="2558426"/>
                    <a:pt x="510612" y="2542697"/>
                    <a:pt x="500325" y="2527051"/>
                  </a:cubicBezTo>
                  <a:lnTo>
                    <a:pt x="470771" y="2481594"/>
                  </a:lnTo>
                  <a:cubicBezTo>
                    <a:pt x="451853" y="2452195"/>
                    <a:pt x="432238" y="2423043"/>
                    <a:pt x="412448" y="2393479"/>
                  </a:cubicBezTo>
                  <a:lnTo>
                    <a:pt x="291616" y="2213464"/>
                  </a:lnTo>
                  <a:cubicBezTo>
                    <a:pt x="251078" y="2152113"/>
                    <a:pt x="211062" y="2088951"/>
                    <a:pt x="173662" y="2023154"/>
                  </a:cubicBezTo>
                  <a:cubicBezTo>
                    <a:pt x="155005" y="1990214"/>
                    <a:pt x="136960" y="1956697"/>
                    <a:pt x="120483" y="1922276"/>
                  </a:cubicBezTo>
                  <a:cubicBezTo>
                    <a:pt x="104093" y="1887771"/>
                    <a:pt x="88837" y="1852608"/>
                    <a:pt x="75324" y="1816703"/>
                  </a:cubicBezTo>
                  <a:cubicBezTo>
                    <a:pt x="62072" y="1780717"/>
                    <a:pt x="50303" y="1744235"/>
                    <a:pt x="40713" y="1707179"/>
                  </a:cubicBezTo>
                  <a:cubicBezTo>
                    <a:pt x="36180" y="1688650"/>
                    <a:pt x="31560" y="1670039"/>
                    <a:pt x="27811" y="1651346"/>
                  </a:cubicBezTo>
                  <a:lnTo>
                    <a:pt x="22144" y="1623346"/>
                  </a:lnTo>
                  <a:lnTo>
                    <a:pt x="17436" y="1595265"/>
                  </a:lnTo>
                  <a:cubicBezTo>
                    <a:pt x="5144" y="1520328"/>
                    <a:pt x="0" y="1444978"/>
                    <a:pt x="0" y="1370286"/>
                  </a:cubicBezTo>
                  <a:cubicBezTo>
                    <a:pt x="349" y="1223293"/>
                    <a:pt x="16652" y="1076299"/>
                    <a:pt x="48385" y="931939"/>
                  </a:cubicBezTo>
                  <a:cubicBezTo>
                    <a:pt x="80032" y="787663"/>
                    <a:pt x="128504" y="646187"/>
                    <a:pt x="193801" y="511957"/>
                  </a:cubicBezTo>
                  <a:cubicBezTo>
                    <a:pt x="259404" y="377727"/>
                    <a:pt x="339740" y="250559"/>
                    <a:pt x="431660" y="13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EB03BE98-6C07-41CD-ACA9-5244A3DA10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213739 w 4934374"/>
                <a:gd name="connsiteY1" fmla="*/ 0 h 3484134"/>
                <a:gd name="connsiteX2" fmla="*/ 1150162 w 4934374"/>
                <a:gd name="connsiteY2" fmla="*/ 47028 h 3484134"/>
                <a:gd name="connsiteX3" fmla="*/ 626038 w 4934374"/>
                <a:gd name="connsiteY3" fmla="*/ 660944 h 3484134"/>
                <a:gd name="connsiteX4" fmla="*/ 435986 w 4934374"/>
                <a:gd name="connsiteY4" fmla="*/ 1375409 h 3484134"/>
                <a:gd name="connsiteX5" fmla="*/ 750530 w 4934374"/>
                <a:gd name="connsiteY5" fmla="*/ 2038817 h 3484134"/>
                <a:gd name="connsiteX6" fmla="*/ 909024 w 4934374"/>
                <a:gd name="connsiteY6" fmla="*/ 2249384 h 3484134"/>
                <a:gd name="connsiteX7" fmla="*/ 2396223 w 4934374"/>
                <a:gd name="connsiteY7" fmla="*/ 3072468 h 3484134"/>
                <a:gd name="connsiteX8" fmla="*/ 3525201 w 4934374"/>
                <a:gd name="connsiteY8" fmla="*/ 2566101 h 3484134"/>
                <a:gd name="connsiteX9" fmla="*/ 3662596 w 4934374"/>
                <a:gd name="connsiteY9" fmla="*/ 2465552 h 3484134"/>
                <a:gd name="connsiteX10" fmla="*/ 4287500 w 4934374"/>
                <a:gd name="connsiteY10" fmla="*/ 1939915 h 3484134"/>
                <a:gd name="connsiteX11" fmla="*/ 4498563 w 4934374"/>
                <a:gd name="connsiteY11" fmla="*/ 1375409 h 3484134"/>
                <a:gd name="connsiteX12" fmla="*/ 4132831 w 4934374"/>
                <a:gd name="connsiteY12" fmla="*/ 134540 h 3484134"/>
                <a:gd name="connsiteX13" fmla="*/ 4025590 w 4934374"/>
                <a:gd name="connsiteY13" fmla="*/ 0 h 3484134"/>
                <a:gd name="connsiteX14" fmla="*/ 4555675 w 4934374"/>
                <a:gd name="connsiteY14" fmla="*/ 0 h 3484134"/>
                <a:gd name="connsiteX15" fmla="*/ 4605933 w 4934374"/>
                <a:gd name="connsiteY15" fmla="*/ 77740 h 3484134"/>
                <a:gd name="connsiteX16" fmla="*/ 4934374 w 4934374"/>
                <a:gd name="connsiteY16" fmla="*/ 1375327 h 3484134"/>
                <a:gd name="connsiteX17" fmla="*/ 3793540 w 4934374"/>
                <a:gd name="connsiteY17" fmla="*/ 2890475 h 3484134"/>
                <a:gd name="connsiteX18" fmla="*/ 2396135 w 4934374"/>
                <a:gd name="connsiteY18" fmla="*/ 3484134 h 3484134"/>
                <a:gd name="connsiteX19" fmla="*/ 548273 w 4934374"/>
                <a:gd name="connsiteY19" fmla="*/ 2480458 h 3484134"/>
                <a:gd name="connsiteX20" fmla="*/ 0 w 4934374"/>
                <a:gd name="connsiteY20" fmla="*/ 1375327 h 3484134"/>
                <a:gd name="connsiteX21" fmla="*/ 512166 w 4934374"/>
                <a:gd name="connsiteY21"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34374" h="3484134">
                  <a:moveTo>
                    <a:pt x="585303" y="0"/>
                  </a:moveTo>
                  <a:lnTo>
                    <a:pt x="1213739" y="0"/>
                  </a:lnTo>
                  <a:lnTo>
                    <a:pt x="1150162" y="47028"/>
                  </a:lnTo>
                  <a:cubicBezTo>
                    <a:pt x="925762" y="228608"/>
                    <a:pt x="749397" y="435224"/>
                    <a:pt x="626038" y="660944"/>
                  </a:cubicBezTo>
                  <a:cubicBezTo>
                    <a:pt x="499976" y="891687"/>
                    <a:pt x="435986" y="1132066"/>
                    <a:pt x="435986" y="1375409"/>
                  </a:cubicBezTo>
                  <a:cubicBezTo>
                    <a:pt x="435986" y="1620481"/>
                    <a:pt x="538074" y="1763604"/>
                    <a:pt x="750530" y="2038817"/>
                  </a:cubicBezTo>
                  <a:cubicBezTo>
                    <a:pt x="801792" y="2105190"/>
                    <a:pt x="854797" y="2173870"/>
                    <a:pt x="909024" y="2249384"/>
                  </a:cubicBezTo>
                  <a:cubicBezTo>
                    <a:pt x="1323389" y="2826326"/>
                    <a:pt x="1768180" y="3072468"/>
                    <a:pt x="2396223" y="3072468"/>
                  </a:cubicBezTo>
                  <a:cubicBezTo>
                    <a:pt x="2808409" y="3072468"/>
                    <a:pt x="3110835" y="2871947"/>
                    <a:pt x="3525201" y="2566101"/>
                  </a:cubicBezTo>
                  <a:cubicBezTo>
                    <a:pt x="3571493" y="2531926"/>
                    <a:pt x="3617786" y="2498162"/>
                    <a:pt x="3662596" y="2465552"/>
                  </a:cubicBezTo>
                  <a:cubicBezTo>
                    <a:pt x="3905479" y="2288583"/>
                    <a:pt x="4134849" y="2121414"/>
                    <a:pt x="4287500" y="1939915"/>
                  </a:cubicBezTo>
                  <a:cubicBezTo>
                    <a:pt x="4433440" y="1766404"/>
                    <a:pt x="4498563" y="1592317"/>
                    <a:pt x="4498563" y="1375409"/>
                  </a:cubicBezTo>
                  <a:cubicBezTo>
                    <a:pt x="4498563" y="899696"/>
                    <a:pt x="4369741" y="465973"/>
                    <a:pt x="4132831" y="134540"/>
                  </a:cubicBezTo>
                  <a:lnTo>
                    <a:pt x="4025590"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D13CCE92-2C5E-48BC-9713-FBEEDBAE6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61928" y="0"/>
              <a:ext cx="4934374" cy="3484134"/>
            </a:xfrm>
            <a:custGeom>
              <a:avLst/>
              <a:gdLst>
                <a:gd name="connsiteX0" fmla="*/ 585303 w 4934374"/>
                <a:gd name="connsiteY0" fmla="*/ 0 h 3484134"/>
                <a:gd name="connsiteX1" fmla="*/ 1354934 w 4934374"/>
                <a:gd name="connsiteY1" fmla="*/ 0 h 3484134"/>
                <a:gd name="connsiteX2" fmla="*/ 1206830 w 4934374"/>
                <a:gd name="connsiteY2" fmla="*/ 109531 h 3484134"/>
                <a:gd name="connsiteX3" fmla="*/ 703453 w 4934374"/>
                <a:gd name="connsiteY3" fmla="*/ 698660 h 3484134"/>
                <a:gd name="connsiteX4" fmla="*/ 523079 w 4934374"/>
                <a:gd name="connsiteY4" fmla="*/ 1375409 h 3484134"/>
                <a:gd name="connsiteX5" fmla="*/ 820885 w 4934374"/>
                <a:gd name="connsiteY5" fmla="*/ 1990313 h 3484134"/>
                <a:gd name="connsiteX6" fmla="*/ 981122 w 4934374"/>
                <a:gd name="connsiteY6" fmla="*/ 2203186 h 3484134"/>
                <a:gd name="connsiteX7" fmla="*/ 1592426 w 4934374"/>
                <a:gd name="connsiteY7" fmla="*/ 2792645 h 3484134"/>
                <a:gd name="connsiteX8" fmla="*/ 2396135 w 4934374"/>
                <a:gd name="connsiteY8" fmla="*/ 2990119 h 3484134"/>
                <a:gd name="connsiteX9" fmla="*/ 2913112 w 4934374"/>
                <a:gd name="connsiteY9" fmla="*/ 2864371 h 3484134"/>
                <a:gd name="connsiteX10" fmla="*/ 3471411 w 4934374"/>
                <a:gd name="connsiteY10" fmla="*/ 2501292 h 3484134"/>
                <a:gd name="connsiteX11" fmla="*/ 3609242 w 4934374"/>
                <a:gd name="connsiteY11" fmla="*/ 2400414 h 3484134"/>
                <a:gd name="connsiteX12" fmla="*/ 4219151 w 4934374"/>
                <a:gd name="connsiteY12" fmla="*/ 1888693 h 3484134"/>
                <a:gd name="connsiteX13" fmla="*/ 4411296 w 4934374"/>
                <a:gd name="connsiteY13" fmla="*/ 1375409 h 3484134"/>
                <a:gd name="connsiteX14" fmla="*/ 3957874 w 4934374"/>
                <a:gd name="connsiteY14" fmla="*/ 51887 h 3484134"/>
                <a:gd name="connsiteX15" fmla="*/ 3906637 w 4934374"/>
                <a:gd name="connsiteY15" fmla="*/ 0 h 3484134"/>
                <a:gd name="connsiteX16" fmla="*/ 4555675 w 4934374"/>
                <a:gd name="connsiteY16" fmla="*/ 0 h 3484134"/>
                <a:gd name="connsiteX17" fmla="*/ 4605933 w 4934374"/>
                <a:gd name="connsiteY17" fmla="*/ 77740 h 3484134"/>
                <a:gd name="connsiteX18" fmla="*/ 4934374 w 4934374"/>
                <a:gd name="connsiteY18" fmla="*/ 1375327 h 3484134"/>
                <a:gd name="connsiteX19" fmla="*/ 3793540 w 4934374"/>
                <a:gd name="connsiteY19" fmla="*/ 2890475 h 3484134"/>
                <a:gd name="connsiteX20" fmla="*/ 2396135 w 4934374"/>
                <a:gd name="connsiteY20" fmla="*/ 3484134 h 3484134"/>
                <a:gd name="connsiteX21" fmla="*/ 548273 w 4934374"/>
                <a:gd name="connsiteY21" fmla="*/ 2480458 h 3484134"/>
                <a:gd name="connsiteX22" fmla="*/ 0 w 4934374"/>
                <a:gd name="connsiteY22" fmla="*/ 1375327 h 3484134"/>
                <a:gd name="connsiteX23" fmla="*/ 512166 w 4934374"/>
                <a:gd name="connsiteY23" fmla="*/ 77740 h 348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34374" h="3484134">
                  <a:moveTo>
                    <a:pt x="585303" y="0"/>
                  </a:moveTo>
                  <a:lnTo>
                    <a:pt x="1354934" y="0"/>
                  </a:lnTo>
                  <a:lnTo>
                    <a:pt x="1206830" y="109531"/>
                  </a:lnTo>
                  <a:cubicBezTo>
                    <a:pt x="994024" y="281725"/>
                    <a:pt x="820013" y="485457"/>
                    <a:pt x="703453" y="698660"/>
                  </a:cubicBezTo>
                  <a:cubicBezTo>
                    <a:pt x="583756" y="917627"/>
                    <a:pt x="523079" y="1145324"/>
                    <a:pt x="523079" y="1375409"/>
                  </a:cubicBezTo>
                  <a:cubicBezTo>
                    <a:pt x="523079" y="1595282"/>
                    <a:pt x="614356" y="1722842"/>
                    <a:pt x="820885" y="1990313"/>
                  </a:cubicBezTo>
                  <a:cubicBezTo>
                    <a:pt x="872582" y="2057263"/>
                    <a:pt x="926023" y="2126519"/>
                    <a:pt x="981122" y="2203186"/>
                  </a:cubicBezTo>
                  <a:cubicBezTo>
                    <a:pt x="1175968" y="2474445"/>
                    <a:pt x="1375871" y="2667309"/>
                    <a:pt x="1592426" y="2792645"/>
                  </a:cubicBezTo>
                  <a:cubicBezTo>
                    <a:pt x="1821970" y="2925557"/>
                    <a:pt x="2084904" y="2990119"/>
                    <a:pt x="2396135" y="2990119"/>
                  </a:cubicBezTo>
                  <a:cubicBezTo>
                    <a:pt x="2572762" y="2990119"/>
                    <a:pt x="2737009" y="2950179"/>
                    <a:pt x="2913112" y="2864371"/>
                  </a:cubicBezTo>
                  <a:cubicBezTo>
                    <a:pt x="3093922" y="2776257"/>
                    <a:pt x="3272903" y="2647792"/>
                    <a:pt x="3471411" y="2501292"/>
                  </a:cubicBezTo>
                  <a:cubicBezTo>
                    <a:pt x="3517964" y="2466952"/>
                    <a:pt x="3564344" y="2433106"/>
                    <a:pt x="3609242" y="2400414"/>
                  </a:cubicBezTo>
                  <a:cubicBezTo>
                    <a:pt x="3847766" y="2226574"/>
                    <a:pt x="4073038" y="2062368"/>
                    <a:pt x="4219151" y="1888693"/>
                  </a:cubicBezTo>
                  <a:cubicBezTo>
                    <a:pt x="4353844" y="1728606"/>
                    <a:pt x="4411296" y="1575106"/>
                    <a:pt x="4411296" y="1375409"/>
                  </a:cubicBezTo>
                  <a:cubicBezTo>
                    <a:pt x="4411296" y="851089"/>
                    <a:pt x="4250274" y="381038"/>
                    <a:pt x="3957874" y="51887"/>
                  </a:cubicBezTo>
                  <a:lnTo>
                    <a:pt x="3906637" y="0"/>
                  </a:lnTo>
                  <a:lnTo>
                    <a:pt x="4555675" y="0"/>
                  </a:lnTo>
                  <a:lnTo>
                    <a:pt x="4605933" y="77740"/>
                  </a:lnTo>
                  <a:cubicBezTo>
                    <a:pt x="4820335" y="448137"/>
                    <a:pt x="4934374" y="894662"/>
                    <a:pt x="4934374" y="1375327"/>
                  </a:cubicBezTo>
                  <a:cubicBezTo>
                    <a:pt x="4934374" y="2116884"/>
                    <a:pt x="4369100" y="2465635"/>
                    <a:pt x="3793540" y="2890475"/>
                  </a:cubicBezTo>
                  <a:cubicBezTo>
                    <a:pt x="3374293" y="3199945"/>
                    <a:pt x="2970389" y="3484134"/>
                    <a:pt x="2396135" y="3484134"/>
                  </a:cubicBezTo>
                  <a:cubicBezTo>
                    <a:pt x="1544564" y="3484134"/>
                    <a:pt x="991670" y="3097832"/>
                    <a:pt x="548273" y="2480458"/>
                  </a:cubicBezTo>
                  <a:cubicBezTo>
                    <a:pt x="282201" y="2110049"/>
                    <a:pt x="0" y="1856001"/>
                    <a:pt x="0" y="1375327"/>
                  </a:cubicBezTo>
                  <a:cubicBezTo>
                    <a:pt x="0" y="894662"/>
                    <a:pt x="195505" y="448137"/>
                    <a:pt x="512166" y="777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C66C552-4859-0648-80BD-E21ADC1C2C45}"/>
              </a:ext>
            </a:extLst>
          </p:cNvPr>
          <p:cNvSpPr>
            <a:spLocks noGrp="1"/>
          </p:cNvSpPr>
          <p:nvPr>
            <p:ph type="title"/>
          </p:nvPr>
        </p:nvSpPr>
        <p:spPr>
          <a:xfrm>
            <a:off x="804672" y="802955"/>
            <a:ext cx="5145024" cy="1454051"/>
          </a:xfrm>
        </p:spPr>
        <p:txBody>
          <a:bodyPr vert="horz" lIns="91440" tIns="45720" rIns="91440" bIns="45720" rtlCol="0" anchor="b">
            <a:normAutofit/>
          </a:bodyPr>
          <a:lstStyle/>
          <a:p>
            <a:r>
              <a:rPr lang="en-US" sz="3600">
                <a:solidFill>
                  <a:schemeClr val="tx2"/>
                </a:solidFill>
              </a:rPr>
              <a:t>Handling Missing Values:</a:t>
            </a:r>
          </a:p>
        </p:txBody>
      </p:sp>
      <p:pic>
        <p:nvPicPr>
          <p:cNvPr id="12" name="Picture 11" descr="A white background with black text&#10;&#10;Description automatically generated">
            <a:extLst>
              <a:ext uri="{FF2B5EF4-FFF2-40B4-BE49-F238E27FC236}">
                <a16:creationId xmlns:a16="http://schemas.microsoft.com/office/drawing/2014/main" id="{22D44643-D12A-378D-D12E-46C64D59966E}"/>
              </a:ext>
            </a:extLst>
          </p:cNvPr>
          <p:cNvPicPr>
            <a:picLocks noChangeAspect="1"/>
          </p:cNvPicPr>
          <p:nvPr/>
        </p:nvPicPr>
        <p:blipFill>
          <a:blip r:embed="rId2"/>
          <a:stretch>
            <a:fillRect/>
          </a:stretch>
        </p:blipFill>
        <p:spPr>
          <a:xfrm>
            <a:off x="6198853" y="395092"/>
            <a:ext cx="2629372" cy="1470500"/>
          </a:xfrm>
          <a:prstGeom prst="rect">
            <a:avLst/>
          </a:prstGeom>
        </p:spPr>
      </p:pic>
      <p:sp>
        <p:nvSpPr>
          <p:cNvPr id="4" name="Text Placeholder 3">
            <a:extLst>
              <a:ext uri="{FF2B5EF4-FFF2-40B4-BE49-F238E27FC236}">
                <a16:creationId xmlns:a16="http://schemas.microsoft.com/office/drawing/2014/main" id="{50247B66-62AF-C7B6-2B4D-32A45BF632D3}"/>
              </a:ext>
            </a:extLst>
          </p:cNvPr>
          <p:cNvSpPr>
            <a:spLocks noGrp="1"/>
          </p:cNvSpPr>
          <p:nvPr>
            <p:ph type="body" sz="half" idx="2"/>
          </p:nvPr>
        </p:nvSpPr>
        <p:spPr>
          <a:xfrm>
            <a:off x="804672" y="2421682"/>
            <a:ext cx="4553909" cy="3639289"/>
          </a:xfrm>
        </p:spPr>
        <p:txBody>
          <a:bodyPr vert="horz" lIns="91440" tIns="45720" rIns="91440" bIns="45720" rtlCol="0" anchor="ctr">
            <a:normAutofit/>
          </a:bodyPr>
          <a:lstStyle/>
          <a:p>
            <a:pPr indent="-228600">
              <a:buFont typeface="Arial" panose="020B0604020202020204" pitchFamily="34" charset="0"/>
              <a:buChar char="•"/>
            </a:pPr>
            <a:r>
              <a:rPr lang="en-US" sz="1800">
                <a:solidFill>
                  <a:schemeClr val="tx2"/>
                </a:solidFill>
              </a:rPr>
              <a:t>As in the dataset we have no missing values so we will simulate the data and will introduce missing values in the dataset and then we will show how to handle it.</a:t>
            </a:r>
          </a:p>
          <a:p>
            <a:pPr indent="-228600">
              <a:buFont typeface="Arial" panose="020B0604020202020204" pitchFamily="34" charset="0"/>
              <a:buChar char="•"/>
            </a:pPr>
            <a:r>
              <a:rPr lang="en-US" sz="1800">
                <a:solidFill>
                  <a:schemeClr val="tx2"/>
                </a:solidFill>
              </a:rPr>
              <a:t>After simulating the missing values in the dataset we handle the missing values with Mean Imputation.</a:t>
            </a:r>
          </a:p>
          <a:p>
            <a:pPr indent="-228600">
              <a:buFont typeface="Arial" panose="020B0604020202020204" pitchFamily="34" charset="0"/>
              <a:buChar char="•"/>
            </a:pPr>
            <a:r>
              <a:rPr lang="en-US" sz="1800" b="1">
                <a:solidFill>
                  <a:schemeClr val="tx2"/>
                </a:solidFill>
              </a:rPr>
              <a:t>Mean imputation</a:t>
            </a:r>
            <a:r>
              <a:rPr lang="en-US" sz="1800">
                <a:solidFill>
                  <a:schemeClr val="tx2"/>
                </a:solidFill>
              </a:rPr>
              <a:t> is a technique used to handle missing values in a dataset by replacing the missing values with the </a:t>
            </a:r>
            <a:r>
              <a:rPr lang="en-US" sz="1800" b="1">
                <a:solidFill>
                  <a:schemeClr val="tx2"/>
                </a:solidFill>
              </a:rPr>
              <a:t>mean</a:t>
            </a:r>
            <a:r>
              <a:rPr lang="en-US" sz="1800">
                <a:solidFill>
                  <a:schemeClr val="tx2"/>
                </a:solidFill>
              </a:rPr>
              <a:t> (average) of the observed values in that column.</a:t>
            </a:r>
          </a:p>
          <a:p>
            <a:pPr indent="-228600">
              <a:buFont typeface="Arial" panose="020B0604020202020204" pitchFamily="34" charset="0"/>
              <a:buChar char="•"/>
            </a:pPr>
            <a:endParaRPr lang="en-US" sz="1800">
              <a:solidFill>
                <a:schemeClr val="tx2"/>
              </a:solidFill>
            </a:endParaRPr>
          </a:p>
        </p:txBody>
      </p:sp>
      <p:pic>
        <p:nvPicPr>
          <p:cNvPr id="13" name="Picture 12" descr="A white background with black text&#10;&#10;Description automatically generated">
            <a:extLst>
              <a:ext uri="{FF2B5EF4-FFF2-40B4-BE49-F238E27FC236}">
                <a16:creationId xmlns:a16="http://schemas.microsoft.com/office/drawing/2014/main" id="{BFA2BDA9-2FAA-7037-A4B1-751C8A8A9C12}"/>
              </a:ext>
            </a:extLst>
          </p:cNvPr>
          <p:cNvPicPr>
            <a:picLocks noChangeAspect="1"/>
          </p:cNvPicPr>
          <p:nvPr/>
        </p:nvPicPr>
        <p:blipFill>
          <a:blip r:embed="rId3"/>
          <a:stretch>
            <a:fillRect/>
          </a:stretch>
        </p:blipFill>
        <p:spPr>
          <a:xfrm>
            <a:off x="9491130" y="3863170"/>
            <a:ext cx="2281555" cy="1996361"/>
          </a:xfrm>
          <a:prstGeom prst="rect">
            <a:avLst/>
          </a:prstGeom>
        </p:spPr>
      </p:pic>
    </p:spTree>
    <p:extLst>
      <p:ext uri="{BB962C8B-B14F-4D97-AF65-F5344CB8AC3E}">
        <p14:creationId xmlns:p14="http://schemas.microsoft.com/office/powerpoint/2010/main" val="1906457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43E7DC-5101-4E7C-ADB5-596311F53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B8BCA7A-6464-4C53-A572-89B2B3C2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10976177 w 12192000"/>
              <a:gd name="connsiteY3" fmla="*/ 6858000 h 6858000"/>
              <a:gd name="connsiteX4" fmla="*/ 10997120 w 12192000"/>
              <a:gd name="connsiteY4" fmla="*/ 6851980 h 6858000"/>
              <a:gd name="connsiteX5" fmla="*/ 12094512 w 12192000"/>
              <a:gd name="connsiteY5" fmla="*/ 6315404 h 6858000"/>
              <a:gd name="connsiteX6" fmla="*/ 12191999 w 12192000"/>
              <a:gd name="connsiteY6" fmla="*/ 6239611 h 6858000"/>
              <a:gd name="connsiteX7" fmla="*/ 12191999 w 12192000"/>
              <a:gd name="connsiteY7" fmla="*/ 1104399 h 6858000"/>
              <a:gd name="connsiteX8" fmla="*/ 11979198 w 12192000"/>
              <a:gd name="connsiteY8" fmla="*/ 1051011 h 6858000"/>
              <a:gd name="connsiteX9" fmla="*/ 11742378 w 12192000"/>
              <a:gd name="connsiteY9" fmla="*/ 986227 h 6858000"/>
              <a:gd name="connsiteX10" fmla="*/ 12063968 w 12192000"/>
              <a:gd name="connsiteY10" fmla="*/ 729780 h 6858000"/>
              <a:gd name="connsiteX11" fmla="*/ 11572835 w 12192000"/>
              <a:gd name="connsiteY11" fmla="*/ 670151 h 6858000"/>
              <a:gd name="connsiteX12" fmla="*/ 11524844 w 12192000"/>
              <a:gd name="connsiteY12" fmla="*/ 671946 h 6858000"/>
              <a:gd name="connsiteX13" fmla="*/ 10560518 w 12192000"/>
              <a:gd name="connsiteY13" fmla="*/ 632492 h 6858000"/>
              <a:gd name="connsiteX14" fmla="*/ 9178169 w 12192000"/>
              <a:gd name="connsiteY14" fmla="*/ 501577 h 6858000"/>
              <a:gd name="connsiteX15" fmla="*/ 8033984 w 12192000"/>
              <a:gd name="connsiteY15" fmla="*/ 423121 h 6858000"/>
              <a:gd name="connsiteX16" fmla="*/ 6815795 w 12192000"/>
              <a:gd name="connsiteY16" fmla="*/ 270688 h 6858000"/>
              <a:gd name="connsiteX17" fmla="*/ 6757489 w 12192000"/>
              <a:gd name="connsiteY17" fmla="*/ 260880 h 6858000"/>
              <a:gd name="connsiteX18" fmla="*/ 6703217 w 12192000"/>
              <a:gd name="connsiteY18" fmla="*/ 290416 h 6858000"/>
              <a:gd name="connsiteX19" fmla="*/ 7005521 w 12192000"/>
              <a:gd name="connsiteY19" fmla="*/ 401154 h 6858000"/>
              <a:gd name="connsiteX20" fmla="*/ 6532779 w 12192000"/>
              <a:gd name="connsiteY20" fmla="*/ 342871 h 6858000"/>
              <a:gd name="connsiteX21" fmla="*/ 6524704 w 12192000"/>
              <a:gd name="connsiteY21" fmla="*/ 380529 h 6858000"/>
              <a:gd name="connsiteX22" fmla="*/ 7061587 w 12192000"/>
              <a:gd name="connsiteY22" fmla="*/ 523098 h 6858000"/>
              <a:gd name="connsiteX23" fmla="*/ 7013594 w 12192000"/>
              <a:gd name="connsiteY23" fmla="*/ 545070 h 6858000"/>
              <a:gd name="connsiteX24" fmla="*/ 6728335 w 12192000"/>
              <a:gd name="connsiteY24" fmla="*/ 489924 h 6858000"/>
              <a:gd name="connsiteX25" fmla="*/ 6670923 w 12192000"/>
              <a:gd name="connsiteY25" fmla="*/ 504270 h 6858000"/>
              <a:gd name="connsiteX26" fmla="*/ 6699180 w 12192000"/>
              <a:gd name="connsiteY26" fmla="*/ 571069 h 6858000"/>
              <a:gd name="connsiteX27" fmla="*/ 6822972 w 12192000"/>
              <a:gd name="connsiteY27" fmla="*/ 597073 h 6858000"/>
              <a:gd name="connsiteX28" fmla="*/ 7015839 w 12192000"/>
              <a:gd name="connsiteY28" fmla="*/ 753992 h 6858000"/>
              <a:gd name="connsiteX29" fmla="*/ 6723848 w 12192000"/>
              <a:gd name="connsiteY29" fmla="*/ 735160 h 6858000"/>
              <a:gd name="connsiteX30" fmla="*/ 6672268 w 12192000"/>
              <a:gd name="connsiteY30" fmla="*/ 773268 h 6858000"/>
              <a:gd name="connsiteX31" fmla="*/ 6652532 w 12192000"/>
              <a:gd name="connsiteY31" fmla="*/ 822585 h 6858000"/>
              <a:gd name="connsiteX32" fmla="*/ 6539505 w 12192000"/>
              <a:gd name="connsiteY32" fmla="*/ 863382 h 6858000"/>
              <a:gd name="connsiteX33" fmla="*/ 6717122 w 12192000"/>
              <a:gd name="connsiteY33" fmla="*/ 909114 h 6858000"/>
              <a:gd name="connsiteX34" fmla="*/ 6527397 w 12192000"/>
              <a:gd name="connsiteY34" fmla="*/ 909114 h 6858000"/>
              <a:gd name="connsiteX35" fmla="*/ 6309411 w 12192000"/>
              <a:gd name="connsiteY35" fmla="*/ 877731 h 6858000"/>
              <a:gd name="connsiteX36" fmla="*/ 6077077 w 12192000"/>
              <a:gd name="connsiteY36" fmla="*/ 887593 h 6858000"/>
              <a:gd name="connsiteX37" fmla="*/ 6076642 w 12192000"/>
              <a:gd name="connsiteY37" fmla="*/ 887537 h 6858000"/>
              <a:gd name="connsiteX38" fmla="*/ 6032390 w 12192000"/>
              <a:gd name="connsiteY38" fmla="*/ 898600 h 6858000"/>
              <a:gd name="connsiteX39" fmla="*/ 6008536 w 12192000"/>
              <a:gd name="connsiteY39" fmla="*/ 914503 h 6858000"/>
              <a:gd name="connsiteX40" fmla="*/ 5944926 w 12192000"/>
              <a:gd name="connsiteY40" fmla="*/ 922454 h 6858000"/>
              <a:gd name="connsiteX41" fmla="*/ 5929023 w 12192000"/>
              <a:gd name="connsiteY41" fmla="*/ 954259 h 6858000"/>
              <a:gd name="connsiteX42" fmla="*/ 5938641 w 12192000"/>
              <a:gd name="connsiteY42" fmla="*/ 983356 h 6858000"/>
              <a:gd name="connsiteX43" fmla="*/ 5941380 w 12192000"/>
              <a:gd name="connsiteY43" fmla="*/ 994243 h 6858000"/>
              <a:gd name="connsiteX44" fmla="*/ 6022639 w 12192000"/>
              <a:gd name="connsiteY44" fmla="*/ 1012399 h 6858000"/>
              <a:gd name="connsiteX45" fmla="*/ 6620687 w 12192000"/>
              <a:gd name="connsiteY45" fmla="*/ 1222947 h 6858000"/>
              <a:gd name="connsiteX46" fmla="*/ 6557895 w 12192000"/>
              <a:gd name="connsiteY46" fmla="*/ 1308577 h 6858000"/>
              <a:gd name="connsiteX47" fmla="*/ 6815348 w 12192000"/>
              <a:gd name="connsiteY47" fmla="*/ 1401831 h 6858000"/>
              <a:gd name="connsiteX48" fmla="*/ 6878591 w 12192000"/>
              <a:gd name="connsiteY48" fmla="*/ 1494187 h 6858000"/>
              <a:gd name="connsiteX49" fmla="*/ 6799202 w 12192000"/>
              <a:gd name="connsiteY49" fmla="*/ 1486118 h 6858000"/>
              <a:gd name="connsiteX50" fmla="*/ 6731027 w 12192000"/>
              <a:gd name="connsiteY50" fmla="*/ 1503602 h 6858000"/>
              <a:gd name="connsiteX51" fmla="*/ 6759282 w 12192000"/>
              <a:gd name="connsiteY51" fmla="*/ 1621067 h 6858000"/>
              <a:gd name="connsiteX52" fmla="*/ 7123035 w 12192000"/>
              <a:gd name="connsiteY52" fmla="*/ 1772603 h 6858000"/>
              <a:gd name="connsiteX53" fmla="*/ 7155777 w 12192000"/>
              <a:gd name="connsiteY53" fmla="*/ 1821919 h 6858000"/>
              <a:gd name="connsiteX54" fmla="*/ 7112270 w 12192000"/>
              <a:gd name="connsiteY54" fmla="*/ 1856890 h 6858000"/>
              <a:gd name="connsiteX55" fmla="*/ 6994755 w 12192000"/>
              <a:gd name="connsiteY55" fmla="*/ 1874821 h 6858000"/>
              <a:gd name="connsiteX56" fmla="*/ 7159364 w 12192000"/>
              <a:gd name="connsiteY56" fmla="*/ 2042948 h 6858000"/>
              <a:gd name="connsiteX57" fmla="*/ 7219467 w 12192000"/>
              <a:gd name="connsiteY57" fmla="*/ 2089573 h 6858000"/>
              <a:gd name="connsiteX58" fmla="*/ 7322179 w 12192000"/>
              <a:gd name="connsiteY58" fmla="*/ 2161756 h 6858000"/>
              <a:gd name="connsiteX59" fmla="*/ 7323974 w 12192000"/>
              <a:gd name="connsiteY59" fmla="*/ 2183724 h 6858000"/>
              <a:gd name="connsiteX60" fmla="*/ 7184034 w 12192000"/>
              <a:gd name="connsiteY60" fmla="*/ 2261285 h 6858000"/>
              <a:gd name="connsiteX61" fmla="*/ 6931516 w 12192000"/>
              <a:gd name="connsiteY61" fmla="*/ 2240212 h 6858000"/>
              <a:gd name="connsiteX62" fmla="*/ 7304686 w 12192000"/>
              <a:gd name="connsiteY62" fmla="*/ 2355883 h 6858000"/>
              <a:gd name="connsiteX63" fmla="*/ 6096813 w 12192000"/>
              <a:gd name="connsiteY63" fmla="*/ 2080160 h 6858000"/>
              <a:gd name="connsiteX64" fmla="*/ 6173959 w 12192000"/>
              <a:gd name="connsiteY64" fmla="*/ 2152340 h 6858000"/>
              <a:gd name="connsiteX65" fmla="*/ 6596469 w 12192000"/>
              <a:gd name="connsiteY65" fmla="*/ 2342432 h 6858000"/>
              <a:gd name="connsiteX66" fmla="*/ 6716224 w 12192000"/>
              <a:gd name="connsiteY66" fmla="*/ 2461690 h 6858000"/>
              <a:gd name="connsiteX67" fmla="*/ 6841810 w 12192000"/>
              <a:gd name="connsiteY67" fmla="*/ 2527594 h 6858000"/>
              <a:gd name="connsiteX68" fmla="*/ 7018080 w 12192000"/>
              <a:gd name="connsiteY68" fmla="*/ 2526249 h 6858000"/>
              <a:gd name="connsiteX69" fmla="*/ 7143217 w 12192000"/>
              <a:gd name="connsiteY69" fmla="*/ 2627573 h 6858000"/>
              <a:gd name="connsiteX70" fmla="*/ 7012697 w 12192000"/>
              <a:gd name="connsiteY70" fmla="*/ 2649094 h 6858000"/>
              <a:gd name="connsiteX71" fmla="*/ 6859752 w 12192000"/>
              <a:gd name="connsiteY71" fmla="*/ 2632505 h 6858000"/>
              <a:gd name="connsiteX72" fmla="*/ 6529636 w 12192000"/>
              <a:gd name="connsiteY72" fmla="*/ 2637883 h 6858000"/>
              <a:gd name="connsiteX73" fmla="*/ 6340360 w 12192000"/>
              <a:gd name="connsiteY73" fmla="*/ 2657610 h 6858000"/>
              <a:gd name="connsiteX74" fmla="*/ 5905294 w 12192000"/>
              <a:gd name="connsiteY74" fmla="*/ 2623984 h 6858000"/>
              <a:gd name="connsiteX75" fmla="*/ 5930860 w 12192000"/>
              <a:gd name="connsiteY75" fmla="*/ 2710066 h 6858000"/>
              <a:gd name="connsiteX76" fmla="*/ 5914710 w 12192000"/>
              <a:gd name="connsiteY76" fmla="*/ 2784935 h 6858000"/>
              <a:gd name="connsiteX77" fmla="*/ 5908433 w 12192000"/>
              <a:gd name="connsiteY77" fmla="*/ 2947683 h 6858000"/>
              <a:gd name="connsiteX78" fmla="*/ 5912470 w 12192000"/>
              <a:gd name="connsiteY78" fmla="*/ 2974134 h 6858000"/>
              <a:gd name="connsiteX79" fmla="*/ 5815141 w 12192000"/>
              <a:gd name="connsiteY79" fmla="*/ 2991171 h 6858000"/>
              <a:gd name="connsiteX80" fmla="*/ 6395082 w 12192000"/>
              <a:gd name="connsiteY80" fmla="*/ 3329661 h 6858000"/>
              <a:gd name="connsiteX81" fmla="*/ 6007557 w 12192000"/>
              <a:gd name="connsiteY81" fmla="*/ 3243581 h 6858000"/>
              <a:gd name="connsiteX82" fmla="*/ 5955079 w 12192000"/>
              <a:gd name="connsiteY82" fmla="*/ 3385704 h 6858000"/>
              <a:gd name="connsiteX83" fmla="*/ 6137180 w 12192000"/>
              <a:gd name="connsiteY83" fmla="*/ 3512133 h 6858000"/>
              <a:gd name="connsiteX84" fmla="*/ 6204457 w 12192000"/>
              <a:gd name="connsiteY84" fmla="*/ 3762302 h 6858000"/>
              <a:gd name="connsiteX85" fmla="*/ 6171716 w 12192000"/>
              <a:gd name="connsiteY85" fmla="*/ 3990952 h 6858000"/>
              <a:gd name="connsiteX86" fmla="*/ 6093674 w 12192000"/>
              <a:gd name="connsiteY86" fmla="*/ 4063580 h 6858000"/>
              <a:gd name="connsiteX87" fmla="*/ 5980645 w 12192000"/>
              <a:gd name="connsiteY87" fmla="*/ 4194045 h 6858000"/>
              <a:gd name="connsiteX88" fmla="*/ 5910676 w 12192000"/>
              <a:gd name="connsiteY88" fmla="*/ 4274743 h 6858000"/>
              <a:gd name="connsiteX89" fmla="*/ 5667577 w 12192000"/>
              <a:gd name="connsiteY89" fmla="*/ 4243362 h 6858000"/>
              <a:gd name="connsiteX90" fmla="*/ 5991859 w 12192000"/>
              <a:gd name="connsiteY90" fmla="*/ 4448252 h 6858000"/>
              <a:gd name="connsiteX91" fmla="*/ 5729024 w 12192000"/>
              <a:gd name="connsiteY91" fmla="*/ 4422695 h 6858000"/>
              <a:gd name="connsiteX92" fmla="*/ 5643357 w 12192000"/>
              <a:gd name="connsiteY92" fmla="*/ 4437041 h 6858000"/>
              <a:gd name="connsiteX93" fmla="*/ 5692243 w 12192000"/>
              <a:gd name="connsiteY93" fmla="*/ 4503395 h 6858000"/>
              <a:gd name="connsiteX94" fmla="*/ 5885111 w 12192000"/>
              <a:gd name="connsiteY94" fmla="*/ 4615926 h 6858000"/>
              <a:gd name="connsiteX95" fmla="*/ 6282503 w 12192000"/>
              <a:gd name="connsiteY95" fmla="*/ 4920793 h 6858000"/>
              <a:gd name="connsiteX96" fmla="*/ 5897668 w 12192000"/>
              <a:gd name="connsiteY96" fmla="*/ 4780915 h 6858000"/>
              <a:gd name="connsiteX97" fmla="*/ 6303132 w 12192000"/>
              <a:gd name="connsiteY97" fmla="*/ 5094297 h 6858000"/>
              <a:gd name="connsiteX98" fmla="*/ 6393287 w 12192000"/>
              <a:gd name="connsiteY98" fmla="*/ 5198310 h 6858000"/>
              <a:gd name="connsiteX99" fmla="*/ 6575386 w 12192000"/>
              <a:gd name="connsiteY99" fmla="*/ 5456548 h 6858000"/>
              <a:gd name="connsiteX100" fmla="*/ 6566415 w 12192000"/>
              <a:gd name="connsiteY100" fmla="*/ 5485690 h 6858000"/>
              <a:gd name="connsiteX101" fmla="*/ 6356059 w 12192000"/>
              <a:gd name="connsiteY101" fmla="*/ 5443995 h 6858000"/>
              <a:gd name="connsiteX102" fmla="*/ 6628762 w 12192000"/>
              <a:gd name="connsiteY102" fmla="*/ 5660990 h 6858000"/>
              <a:gd name="connsiteX103" fmla="*/ 6910436 w 12192000"/>
              <a:gd name="connsiteY103" fmla="*/ 5827767 h 6858000"/>
              <a:gd name="connsiteX104" fmla="*/ 6710393 w 12192000"/>
              <a:gd name="connsiteY104" fmla="*/ 5802214 h 6858000"/>
              <a:gd name="connsiteX105" fmla="*/ 6435448 w 12192000"/>
              <a:gd name="connsiteY105" fmla="*/ 5706719 h 6858000"/>
              <a:gd name="connsiteX106" fmla="*/ 6339913 w 12192000"/>
              <a:gd name="connsiteY106" fmla="*/ 5742586 h 6858000"/>
              <a:gd name="connsiteX107" fmla="*/ 6600503 w 12192000"/>
              <a:gd name="connsiteY107" fmla="*/ 5900398 h 6858000"/>
              <a:gd name="connsiteX108" fmla="*/ 6749863 w 12192000"/>
              <a:gd name="connsiteY108" fmla="*/ 5973478 h 6858000"/>
              <a:gd name="connsiteX109" fmla="*/ 6809515 w 12192000"/>
              <a:gd name="connsiteY109" fmla="*/ 6029519 h 6858000"/>
              <a:gd name="connsiteX110" fmla="*/ 6979954 w 12192000"/>
              <a:gd name="connsiteY110" fmla="*/ 6229474 h 6858000"/>
              <a:gd name="connsiteX111" fmla="*/ 7480509 w 12192000"/>
              <a:gd name="connsiteY111" fmla="*/ 6447812 h 6858000"/>
              <a:gd name="connsiteX112" fmla="*/ 7948764 w 12192000"/>
              <a:gd name="connsiteY112" fmla="*/ 6719056 h 6858000"/>
              <a:gd name="connsiteX113" fmla="*/ 8221244 w 12192000"/>
              <a:gd name="connsiteY113" fmla="*/ 6848868 h 6858000"/>
              <a:gd name="connsiteX114" fmla="*/ 8242921 w 12192000"/>
              <a:gd name="connsiteY114" fmla="*/ 6858000 h 6858000"/>
              <a:gd name="connsiteX115" fmla="*/ 0 w 12192000"/>
              <a:gd name="connsiteY1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2192000" h="6858000">
                <a:moveTo>
                  <a:pt x="0" y="0"/>
                </a:moveTo>
                <a:lnTo>
                  <a:pt x="12192000" y="0"/>
                </a:lnTo>
                <a:lnTo>
                  <a:pt x="12192000" y="6858000"/>
                </a:lnTo>
                <a:lnTo>
                  <a:pt x="10976177" y="6858000"/>
                </a:lnTo>
                <a:lnTo>
                  <a:pt x="10997120" y="6851980"/>
                </a:lnTo>
                <a:cubicBezTo>
                  <a:pt x="11372760" y="6734361"/>
                  <a:pt x="11757137" y="6563389"/>
                  <a:pt x="12094512" y="6315404"/>
                </a:cubicBezTo>
                <a:lnTo>
                  <a:pt x="12191999" y="6239611"/>
                </a:lnTo>
                <a:lnTo>
                  <a:pt x="12191999" y="1104399"/>
                </a:lnTo>
                <a:lnTo>
                  <a:pt x="11979198" y="1051011"/>
                </a:lnTo>
                <a:cubicBezTo>
                  <a:pt x="11902836" y="1030275"/>
                  <a:pt x="11824681" y="1008195"/>
                  <a:pt x="11742378" y="986227"/>
                </a:cubicBezTo>
                <a:cubicBezTo>
                  <a:pt x="11843295" y="875936"/>
                  <a:pt x="12022257" y="888939"/>
                  <a:pt x="12063968" y="729780"/>
                </a:cubicBezTo>
                <a:cubicBezTo>
                  <a:pt x="11901155" y="688534"/>
                  <a:pt x="11729822" y="735611"/>
                  <a:pt x="11572835" y="670151"/>
                </a:cubicBezTo>
                <a:cubicBezTo>
                  <a:pt x="11559381" y="664325"/>
                  <a:pt x="11540990" y="670151"/>
                  <a:pt x="11524844" y="671946"/>
                </a:cubicBezTo>
                <a:cubicBezTo>
                  <a:pt x="11201459" y="706916"/>
                  <a:pt x="10879418" y="676432"/>
                  <a:pt x="10560518" y="632492"/>
                </a:cubicBezTo>
                <a:cubicBezTo>
                  <a:pt x="10101230" y="569728"/>
                  <a:pt x="9640146" y="529825"/>
                  <a:pt x="9178169" y="501577"/>
                </a:cubicBezTo>
                <a:cubicBezTo>
                  <a:pt x="8796475" y="478266"/>
                  <a:pt x="8413886" y="467955"/>
                  <a:pt x="8033984" y="423121"/>
                </a:cubicBezTo>
                <a:cubicBezTo>
                  <a:pt x="7627624" y="375150"/>
                  <a:pt x="7221712" y="320901"/>
                  <a:pt x="6815795" y="270688"/>
                </a:cubicBezTo>
                <a:cubicBezTo>
                  <a:pt x="6797407" y="268446"/>
                  <a:pt x="6777110" y="261384"/>
                  <a:pt x="6757489" y="260880"/>
                </a:cubicBezTo>
                <a:cubicBezTo>
                  <a:pt x="6737867" y="260376"/>
                  <a:pt x="6718916" y="266430"/>
                  <a:pt x="6703217" y="290416"/>
                </a:cubicBezTo>
                <a:cubicBezTo>
                  <a:pt x="6786642" y="353629"/>
                  <a:pt x="6892941" y="329867"/>
                  <a:pt x="7005521" y="401154"/>
                </a:cubicBezTo>
                <a:cubicBezTo>
                  <a:pt x="6822525" y="378735"/>
                  <a:pt x="6677649" y="360801"/>
                  <a:pt x="6532779" y="342871"/>
                </a:cubicBezTo>
                <a:cubicBezTo>
                  <a:pt x="6530087" y="355424"/>
                  <a:pt x="6527397" y="367976"/>
                  <a:pt x="6524704" y="380529"/>
                </a:cubicBezTo>
                <a:cubicBezTo>
                  <a:pt x="6709945" y="406980"/>
                  <a:pt x="6881280" y="475126"/>
                  <a:pt x="7061587" y="523098"/>
                </a:cubicBezTo>
                <a:cubicBezTo>
                  <a:pt x="7044990" y="552691"/>
                  <a:pt x="7028398" y="546862"/>
                  <a:pt x="7013594" y="545070"/>
                </a:cubicBezTo>
                <a:cubicBezTo>
                  <a:pt x="6917162" y="533412"/>
                  <a:pt x="6820730" y="521755"/>
                  <a:pt x="6728335" y="489924"/>
                </a:cubicBezTo>
                <a:cubicBezTo>
                  <a:pt x="6707702" y="482748"/>
                  <a:pt x="6682583" y="482748"/>
                  <a:pt x="6670923" y="504270"/>
                </a:cubicBezTo>
                <a:cubicBezTo>
                  <a:pt x="6654326" y="534757"/>
                  <a:pt x="6678097" y="554484"/>
                  <a:pt x="6699180" y="571069"/>
                </a:cubicBezTo>
                <a:cubicBezTo>
                  <a:pt x="6735959" y="599764"/>
                  <a:pt x="6780362" y="591695"/>
                  <a:pt x="6822972" y="597073"/>
                </a:cubicBezTo>
                <a:cubicBezTo>
                  <a:pt x="6936448" y="610972"/>
                  <a:pt x="6990720" y="654460"/>
                  <a:pt x="7015839" y="753992"/>
                </a:cubicBezTo>
                <a:cubicBezTo>
                  <a:pt x="6916264" y="713640"/>
                  <a:pt x="6820280" y="763407"/>
                  <a:pt x="6723848" y="735160"/>
                </a:cubicBezTo>
                <a:cubicBezTo>
                  <a:pt x="6698731" y="727988"/>
                  <a:pt x="6658813" y="738747"/>
                  <a:pt x="6672268" y="773268"/>
                </a:cubicBezTo>
                <a:cubicBezTo>
                  <a:pt x="6684828" y="805550"/>
                  <a:pt x="6726540" y="828861"/>
                  <a:pt x="6652532" y="822585"/>
                </a:cubicBezTo>
                <a:cubicBezTo>
                  <a:pt x="6599609" y="818101"/>
                  <a:pt x="6495999" y="854418"/>
                  <a:pt x="6539505" y="863382"/>
                </a:cubicBezTo>
                <a:cubicBezTo>
                  <a:pt x="6594225" y="874593"/>
                  <a:pt x="6647600" y="890733"/>
                  <a:pt x="6717122" y="909114"/>
                </a:cubicBezTo>
                <a:cubicBezTo>
                  <a:pt x="6640423" y="939151"/>
                  <a:pt x="6585254" y="932874"/>
                  <a:pt x="6527397" y="909114"/>
                </a:cubicBezTo>
                <a:cubicBezTo>
                  <a:pt x="6457427" y="880419"/>
                  <a:pt x="6366375" y="845451"/>
                  <a:pt x="6309411" y="877731"/>
                </a:cubicBezTo>
                <a:cubicBezTo>
                  <a:pt x="6224192" y="926151"/>
                  <a:pt x="6153325" y="895663"/>
                  <a:pt x="6077077" y="887593"/>
                </a:cubicBezTo>
                <a:lnTo>
                  <a:pt x="6076642" y="887537"/>
                </a:lnTo>
                <a:lnTo>
                  <a:pt x="6032390" y="898600"/>
                </a:lnTo>
                <a:cubicBezTo>
                  <a:pt x="6023409" y="901866"/>
                  <a:pt x="6017756" y="911989"/>
                  <a:pt x="6008536" y="914503"/>
                </a:cubicBezTo>
                <a:cubicBezTo>
                  <a:pt x="5987921" y="920125"/>
                  <a:pt x="5964038" y="912898"/>
                  <a:pt x="5944926" y="922454"/>
                </a:cubicBezTo>
                <a:cubicBezTo>
                  <a:pt x="5934324" y="927755"/>
                  <a:pt x="5934324" y="943657"/>
                  <a:pt x="5929023" y="954259"/>
                </a:cubicBezTo>
                <a:cubicBezTo>
                  <a:pt x="5933305" y="967105"/>
                  <a:pt x="5936344" y="975942"/>
                  <a:pt x="5938641" y="983356"/>
                </a:cubicBezTo>
                <a:lnTo>
                  <a:pt x="5941380" y="994243"/>
                </a:lnTo>
                <a:lnTo>
                  <a:pt x="6022639" y="1012399"/>
                </a:lnTo>
                <a:cubicBezTo>
                  <a:pt x="6231931" y="1059643"/>
                  <a:pt x="6435672" y="1112210"/>
                  <a:pt x="6620687" y="1222947"/>
                </a:cubicBezTo>
                <a:cubicBezTo>
                  <a:pt x="6604990" y="1244018"/>
                  <a:pt x="6525153" y="1304094"/>
                  <a:pt x="6557895" y="1308577"/>
                </a:cubicBezTo>
                <a:cubicBezTo>
                  <a:pt x="6649842" y="1321581"/>
                  <a:pt x="6731472" y="1365517"/>
                  <a:pt x="6815348" y="1401831"/>
                </a:cubicBezTo>
                <a:cubicBezTo>
                  <a:pt x="6851679" y="1417523"/>
                  <a:pt x="6895633" y="1438147"/>
                  <a:pt x="6878591" y="1494187"/>
                </a:cubicBezTo>
                <a:cubicBezTo>
                  <a:pt x="6847640" y="1509878"/>
                  <a:pt x="6824766" y="1487911"/>
                  <a:pt x="6799202" y="1486118"/>
                </a:cubicBezTo>
                <a:cubicBezTo>
                  <a:pt x="6773186" y="1484326"/>
                  <a:pt x="6714877" y="1495981"/>
                  <a:pt x="6731027" y="1503602"/>
                </a:cubicBezTo>
                <a:cubicBezTo>
                  <a:pt x="6804583" y="1538124"/>
                  <a:pt x="6672268" y="1621067"/>
                  <a:pt x="6759282" y="1621067"/>
                </a:cubicBezTo>
                <a:cubicBezTo>
                  <a:pt x="6905053" y="1621514"/>
                  <a:pt x="6982647" y="1768566"/>
                  <a:pt x="7123035" y="1772603"/>
                </a:cubicBezTo>
                <a:cubicBezTo>
                  <a:pt x="7145459" y="1773049"/>
                  <a:pt x="7156224" y="1799053"/>
                  <a:pt x="7155777" y="1821919"/>
                </a:cubicBezTo>
                <a:cubicBezTo>
                  <a:pt x="7155777" y="1849268"/>
                  <a:pt x="7135144" y="1854199"/>
                  <a:pt x="7112270" y="1856890"/>
                </a:cubicBezTo>
                <a:cubicBezTo>
                  <a:pt x="7077284" y="1860923"/>
                  <a:pt x="7040954" y="1821919"/>
                  <a:pt x="6994755" y="1874821"/>
                </a:cubicBezTo>
                <a:cubicBezTo>
                  <a:pt x="7077735" y="1905755"/>
                  <a:pt x="7160709" y="1936693"/>
                  <a:pt x="7159364" y="2042948"/>
                </a:cubicBezTo>
                <a:cubicBezTo>
                  <a:pt x="7158916" y="2071638"/>
                  <a:pt x="7193452" y="2082399"/>
                  <a:pt x="7219467" y="2089573"/>
                </a:cubicBezTo>
                <a:cubicBezTo>
                  <a:pt x="7262526" y="2101231"/>
                  <a:pt x="7298853" y="2121854"/>
                  <a:pt x="7322179" y="2161756"/>
                </a:cubicBezTo>
                <a:cubicBezTo>
                  <a:pt x="7321730" y="2169378"/>
                  <a:pt x="7321281" y="2177446"/>
                  <a:pt x="7323974" y="2183724"/>
                </a:cubicBezTo>
                <a:cubicBezTo>
                  <a:pt x="7316349" y="2280115"/>
                  <a:pt x="7253555" y="2277424"/>
                  <a:pt x="7184034" y="2261285"/>
                </a:cubicBezTo>
                <a:cubicBezTo>
                  <a:pt x="7101058" y="2241558"/>
                  <a:pt x="7018978" y="2205691"/>
                  <a:pt x="6931516" y="2240212"/>
                </a:cubicBezTo>
                <a:cubicBezTo>
                  <a:pt x="7054861" y="2286391"/>
                  <a:pt x="7188967" y="2289976"/>
                  <a:pt x="7304686" y="2355883"/>
                </a:cubicBezTo>
                <a:cubicBezTo>
                  <a:pt x="6881280" y="2367989"/>
                  <a:pt x="6507211" y="2159959"/>
                  <a:pt x="6096813" y="2080160"/>
                </a:cubicBezTo>
                <a:cubicBezTo>
                  <a:pt x="6110718" y="2133508"/>
                  <a:pt x="6143907" y="2144268"/>
                  <a:pt x="6173959" y="2152340"/>
                </a:cubicBezTo>
                <a:cubicBezTo>
                  <a:pt x="6325561" y="2192691"/>
                  <a:pt x="6458320" y="2272943"/>
                  <a:pt x="6596469" y="2342432"/>
                </a:cubicBezTo>
                <a:cubicBezTo>
                  <a:pt x="6653429" y="2371125"/>
                  <a:pt x="6694695" y="2399820"/>
                  <a:pt x="6716224" y="2461690"/>
                </a:cubicBezTo>
                <a:cubicBezTo>
                  <a:pt x="6735511" y="2517732"/>
                  <a:pt x="6772739" y="2543736"/>
                  <a:pt x="6841810" y="2527594"/>
                </a:cubicBezTo>
                <a:cubicBezTo>
                  <a:pt x="6897875" y="2514144"/>
                  <a:pt x="6959322" y="2521317"/>
                  <a:pt x="7018080" y="2526249"/>
                </a:cubicBezTo>
                <a:cubicBezTo>
                  <a:pt x="7085808" y="2531629"/>
                  <a:pt x="7161607" y="2594845"/>
                  <a:pt x="7143217" y="2627573"/>
                </a:cubicBezTo>
                <a:cubicBezTo>
                  <a:pt x="7111823" y="2683166"/>
                  <a:pt x="7059345" y="2655370"/>
                  <a:pt x="7012697" y="2649094"/>
                </a:cubicBezTo>
                <a:cubicBezTo>
                  <a:pt x="6959771" y="2641473"/>
                  <a:pt x="6861547" y="2625779"/>
                  <a:pt x="6859752" y="2632505"/>
                </a:cubicBezTo>
                <a:cubicBezTo>
                  <a:pt x="6825212" y="2771936"/>
                  <a:pt x="6582114" y="2650439"/>
                  <a:pt x="6529636" y="2637883"/>
                </a:cubicBezTo>
                <a:cubicBezTo>
                  <a:pt x="6464154" y="2622192"/>
                  <a:pt x="6402705" y="2650887"/>
                  <a:pt x="6340360" y="2657610"/>
                </a:cubicBezTo>
                <a:cubicBezTo>
                  <a:pt x="6284743" y="2663887"/>
                  <a:pt x="5970330" y="2683166"/>
                  <a:pt x="5905294" y="2623984"/>
                </a:cubicBezTo>
                <a:cubicBezTo>
                  <a:pt x="5896322" y="2670163"/>
                  <a:pt x="5915159" y="2688993"/>
                  <a:pt x="5930860" y="2710066"/>
                </a:cubicBezTo>
                <a:cubicBezTo>
                  <a:pt x="5952838" y="2740102"/>
                  <a:pt x="5956426" y="2761175"/>
                  <a:pt x="5914710" y="2784935"/>
                </a:cubicBezTo>
                <a:cubicBezTo>
                  <a:pt x="5795853" y="2853086"/>
                  <a:pt x="5797649" y="2855325"/>
                  <a:pt x="5908433" y="2947683"/>
                </a:cubicBezTo>
                <a:cubicBezTo>
                  <a:pt x="5913818" y="2951715"/>
                  <a:pt x="5911572" y="2965167"/>
                  <a:pt x="5912470" y="2974134"/>
                </a:cubicBezTo>
                <a:cubicBezTo>
                  <a:pt x="5883316" y="2988480"/>
                  <a:pt x="5849228" y="2952613"/>
                  <a:pt x="5815141" y="2991171"/>
                </a:cubicBezTo>
                <a:cubicBezTo>
                  <a:pt x="5963601" y="3160638"/>
                  <a:pt x="6190105" y="3202332"/>
                  <a:pt x="6395082" y="3329661"/>
                </a:cubicBezTo>
                <a:cubicBezTo>
                  <a:pt x="6229127" y="3371803"/>
                  <a:pt x="6129555" y="3224751"/>
                  <a:pt x="6007557" y="3243581"/>
                </a:cubicBezTo>
                <a:cubicBezTo>
                  <a:pt x="5946560" y="3289760"/>
                  <a:pt x="6127760" y="3363734"/>
                  <a:pt x="5955079" y="3385704"/>
                </a:cubicBezTo>
                <a:cubicBezTo>
                  <a:pt x="6029985" y="3426052"/>
                  <a:pt x="6085601" y="3465503"/>
                  <a:pt x="6137180" y="3512133"/>
                </a:cubicBezTo>
                <a:cubicBezTo>
                  <a:pt x="6229127" y="3595522"/>
                  <a:pt x="6247069" y="3650219"/>
                  <a:pt x="6204457" y="3762302"/>
                </a:cubicBezTo>
                <a:cubicBezTo>
                  <a:pt x="6176648" y="3835828"/>
                  <a:pt x="6135833" y="3903528"/>
                  <a:pt x="6171716" y="3990952"/>
                </a:cubicBezTo>
                <a:cubicBezTo>
                  <a:pt x="6196832" y="4051028"/>
                  <a:pt x="6186964" y="4090479"/>
                  <a:pt x="6093674" y="4063580"/>
                </a:cubicBezTo>
                <a:cubicBezTo>
                  <a:pt x="5993205" y="4034885"/>
                  <a:pt x="5955530" y="4088685"/>
                  <a:pt x="5980645" y="4194045"/>
                </a:cubicBezTo>
                <a:cubicBezTo>
                  <a:pt x="5996791" y="4261744"/>
                  <a:pt x="5979747" y="4282366"/>
                  <a:pt x="5910676" y="4274743"/>
                </a:cubicBezTo>
                <a:cubicBezTo>
                  <a:pt x="5834426" y="4266226"/>
                  <a:pt x="5761765" y="4221841"/>
                  <a:pt x="5667577" y="4243362"/>
                </a:cubicBezTo>
                <a:cubicBezTo>
                  <a:pt x="5742928" y="4366207"/>
                  <a:pt x="5903948" y="4331236"/>
                  <a:pt x="5991859" y="4448252"/>
                </a:cubicBezTo>
                <a:cubicBezTo>
                  <a:pt x="5886904" y="4448697"/>
                  <a:pt x="5806617" y="4448252"/>
                  <a:pt x="5729024" y="4422695"/>
                </a:cubicBezTo>
                <a:cubicBezTo>
                  <a:pt x="5696728" y="4412381"/>
                  <a:pt x="5661295" y="4401625"/>
                  <a:pt x="5643357" y="4437041"/>
                </a:cubicBezTo>
                <a:cubicBezTo>
                  <a:pt x="5622274" y="4479633"/>
                  <a:pt x="5665781" y="4495772"/>
                  <a:pt x="5692243" y="4503395"/>
                </a:cubicBezTo>
                <a:cubicBezTo>
                  <a:pt x="5766702" y="4524914"/>
                  <a:pt x="5823661" y="4576025"/>
                  <a:pt x="5885111" y="4615926"/>
                </a:cubicBezTo>
                <a:cubicBezTo>
                  <a:pt x="6020115" y="4703353"/>
                  <a:pt x="6168129" y="4776430"/>
                  <a:pt x="6282503" y="4920793"/>
                </a:cubicBezTo>
                <a:cubicBezTo>
                  <a:pt x="6138526" y="4884029"/>
                  <a:pt x="6031329" y="4798399"/>
                  <a:pt x="5897668" y="4780915"/>
                </a:cubicBezTo>
                <a:cubicBezTo>
                  <a:pt x="6013387" y="4912275"/>
                  <a:pt x="6162296" y="4998804"/>
                  <a:pt x="6303132" y="5094297"/>
                </a:cubicBezTo>
                <a:cubicBezTo>
                  <a:pt x="6343501" y="5121199"/>
                  <a:pt x="6384317" y="5139580"/>
                  <a:pt x="6393287" y="5198310"/>
                </a:cubicBezTo>
                <a:cubicBezTo>
                  <a:pt x="6410780" y="5312186"/>
                  <a:pt x="6463257" y="5406336"/>
                  <a:pt x="6575386" y="5456548"/>
                </a:cubicBezTo>
                <a:cubicBezTo>
                  <a:pt x="6576284" y="5457000"/>
                  <a:pt x="6570007" y="5474037"/>
                  <a:pt x="6566415" y="5485690"/>
                </a:cubicBezTo>
                <a:cubicBezTo>
                  <a:pt x="6497793" y="5489279"/>
                  <a:pt x="6443521" y="5422027"/>
                  <a:pt x="6356059" y="5443995"/>
                </a:cubicBezTo>
                <a:cubicBezTo>
                  <a:pt x="6439934" y="5535454"/>
                  <a:pt x="6509903" y="5617502"/>
                  <a:pt x="6628762" y="5660990"/>
                </a:cubicBezTo>
                <a:cubicBezTo>
                  <a:pt x="6723848" y="5695511"/>
                  <a:pt x="6841363" y="5715686"/>
                  <a:pt x="6910436" y="5827767"/>
                </a:cubicBezTo>
                <a:cubicBezTo>
                  <a:pt x="6830149" y="5849739"/>
                  <a:pt x="6770494" y="5821942"/>
                  <a:pt x="6710393" y="5802214"/>
                </a:cubicBezTo>
                <a:cubicBezTo>
                  <a:pt x="6618446" y="5771728"/>
                  <a:pt x="6527397" y="5737208"/>
                  <a:pt x="6435448" y="5706719"/>
                </a:cubicBezTo>
                <a:cubicBezTo>
                  <a:pt x="6400463" y="5695062"/>
                  <a:pt x="6362338" y="5686991"/>
                  <a:pt x="6339913" y="5742586"/>
                </a:cubicBezTo>
                <a:cubicBezTo>
                  <a:pt x="6456978" y="5754244"/>
                  <a:pt x="6526948" y="5829564"/>
                  <a:pt x="6600503" y="5900398"/>
                </a:cubicBezTo>
                <a:cubicBezTo>
                  <a:pt x="6641770" y="5940299"/>
                  <a:pt x="6675410" y="5993652"/>
                  <a:pt x="6749863" y="5973478"/>
                </a:cubicBezTo>
                <a:cubicBezTo>
                  <a:pt x="6788885" y="5962718"/>
                  <a:pt x="6813554" y="5992754"/>
                  <a:pt x="6809515" y="6029519"/>
                </a:cubicBezTo>
                <a:cubicBezTo>
                  <a:pt x="6794715" y="6159089"/>
                  <a:pt x="6885766" y="6204369"/>
                  <a:pt x="6979954" y="6229474"/>
                </a:cubicBezTo>
                <a:cubicBezTo>
                  <a:pt x="7158469" y="6276549"/>
                  <a:pt x="7306929" y="6387287"/>
                  <a:pt x="7480509" y="6447812"/>
                </a:cubicBezTo>
                <a:cubicBezTo>
                  <a:pt x="7649154" y="6506545"/>
                  <a:pt x="7779672" y="6645975"/>
                  <a:pt x="7948764" y="6719056"/>
                </a:cubicBezTo>
                <a:cubicBezTo>
                  <a:pt x="8040603" y="6758733"/>
                  <a:pt x="8129409" y="6806985"/>
                  <a:pt x="8221244" y="6848868"/>
                </a:cubicBezTo>
                <a:lnTo>
                  <a:pt x="8242921"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endParaRPr lang="en-US" dirty="0">
              <a:solidFill>
                <a:schemeClr val="tx1"/>
              </a:solidFill>
            </a:endParaRPr>
          </a:p>
        </p:txBody>
      </p:sp>
      <p:sp>
        <p:nvSpPr>
          <p:cNvPr id="2" name="Title 1">
            <a:extLst>
              <a:ext uri="{FF2B5EF4-FFF2-40B4-BE49-F238E27FC236}">
                <a16:creationId xmlns:a16="http://schemas.microsoft.com/office/drawing/2014/main" id="{7958EC65-3D59-FB0A-E723-658E80792EC3}"/>
              </a:ext>
            </a:extLst>
          </p:cNvPr>
          <p:cNvSpPr>
            <a:spLocks noGrp="1"/>
          </p:cNvSpPr>
          <p:nvPr>
            <p:ph type="title"/>
          </p:nvPr>
        </p:nvSpPr>
        <p:spPr>
          <a:xfrm>
            <a:off x="838200" y="365125"/>
            <a:ext cx="5257800" cy="1720524"/>
          </a:xfrm>
        </p:spPr>
        <p:txBody>
          <a:bodyPr vert="horz" lIns="91440" tIns="45720" rIns="91440" bIns="45720" rtlCol="0" anchor="ctr">
            <a:normAutofit/>
          </a:bodyPr>
          <a:lstStyle/>
          <a:p>
            <a:r>
              <a:rPr lang="en-US" sz="4400"/>
              <a:t>Outlier Detection and Boxplot:</a:t>
            </a:r>
          </a:p>
        </p:txBody>
      </p:sp>
      <p:sp>
        <p:nvSpPr>
          <p:cNvPr id="4" name="Text Placeholder 3">
            <a:extLst>
              <a:ext uri="{FF2B5EF4-FFF2-40B4-BE49-F238E27FC236}">
                <a16:creationId xmlns:a16="http://schemas.microsoft.com/office/drawing/2014/main" id="{AB4469E8-34F3-1904-BE92-7248DAB37107}"/>
              </a:ext>
            </a:extLst>
          </p:cNvPr>
          <p:cNvSpPr>
            <a:spLocks noGrp="1"/>
          </p:cNvSpPr>
          <p:nvPr>
            <p:ph type="body" sz="half" idx="2"/>
          </p:nvPr>
        </p:nvSpPr>
        <p:spPr>
          <a:xfrm>
            <a:off x="295761" y="1722597"/>
            <a:ext cx="6616202" cy="4454365"/>
          </a:xfrm>
        </p:spPr>
        <p:txBody>
          <a:bodyPr vert="horz" lIns="91440" tIns="45720" rIns="91440" bIns="45720" rtlCol="0" anchor="t">
            <a:normAutofit/>
          </a:bodyPr>
          <a:lstStyle/>
          <a:p>
            <a:pPr indent="-228600">
              <a:buFont typeface="Arial" panose="020B0604020202020204" pitchFamily="34" charset="0"/>
              <a:buChar char="•"/>
            </a:pPr>
            <a:r>
              <a:rPr lang="en-US" sz="1200" dirty="0"/>
              <a:t>An outlier is a data point that differs significantly from other observations. It can be either unusually high or unusually low. </a:t>
            </a:r>
          </a:p>
          <a:p>
            <a:pPr indent="-228600">
              <a:buFont typeface="Arial" panose="020B0604020202020204" pitchFamily="34" charset="0"/>
              <a:buChar char="•"/>
            </a:pPr>
            <a:r>
              <a:rPr lang="en-US" sz="1200" dirty="0"/>
              <a:t>Box plots are a powerful visual tool for identifying outliers in a dataset. They provide a concise summary of the data's distribution, highlighting key quartiles and potential extreme values.   </a:t>
            </a:r>
          </a:p>
          <a:p>
            <a:pPr indent="-228600">
              <a:buFont typeface="Arial" panose="020B0604020202020204" pitchFamily="34" charset="0"/>
              <a:buChar char="•"/>
            </a:pPr>
            <a:r>
              <a:rPr lang="en-US" sz="1200" b="1" dirty="0"/>
              <a:t>How Box Plots Detect Outliers:</a:t>
            </a:r>
            <a:endParaRPr lang="en-US" sz="1200" dirty="0"/>
          </a:p>
          <a:p>
            <a:pPr marL="285750" indent="-228600">
              <a:buFont typeface="Arial" panose="020B0604020202020204" pitchFamily="34" charset="0"/>
              <a:buChar char="•"/>
            </a:pPr>
            <a:r>
              <a:rPr lang="en-US" sz="1200" b="1" dirty="0"/>
              <a:t>Quartile Calculation:</a:t>
            </a:r>
            <a:r>
              <a:rPr lang="en-US" sz="1200" dirty="0"/>
              <a:t> The box plot divides the data into four quartiles:</a:t>
            </a:r>
          </a:p>
          <a:p>
            <a:pPr marL="742950" lvl="1" indent="-228600">
              <a:buFont typeface="Arial" panose="020B0604020202020204" pitchFamily="34" charset="0"/>
              <a:buChar char="•"/>
            </a:pPr>
            <a:r>
              <a:rPr lang="en-US" sz="1200" b="1" dirty="0"/>
              <a:t>Q1 (First Quartile):</a:t>
            </a:r>
            <a:r>
              <a:rPr lang="en-US" sz="1200" dirty="0"/>
              <a:t> The 25th percentile of the data.</a:t>
            </a:r>
          </a:p>
          <a:p>
            <a:pPr marL="742950" lvl="1" indent="-228600">
              <a:buFont typeface="Arial" panose="020B0604020202020204" pitchFamily="34" charset="0"/>
              <a:buChar char="•"/>
            </a:pPr>
            <a:r>
              <a:rPr lang="en-US" sz="1200" b="1" dirty="0"/>
              <a:t>Q2 (Second Quartile or Median):</a:t>
            </a:r>
            <a:r>
              <a:rPr lang="en-US" sz="1200" dirty="0"/>
              <a:t> The 50th percentile of the data.   </a:t>
            </a:r>
          </a:p>
          <a:p>
            <a:pPr marL="742950" lvl="1" indent="-228600">
              <a:buFont typeface="Arial" panose="020B0604020202020204" pitchFamily="34" charset="0"/>
              <a:buChar char="•"/>
            </a:pPr>
            <a:r>
              <a:rPr lang="en-US" sz="1200" b="1" dirty="0"/>
              <a:t>Q3 (Third Quartile):</a:t>
            </a:r>
            <a:r>
              <a:rPr lang="en-US" sz="1200" dirty="0"/>
              <a:t> The 75th percentile of the data.   </a:t>
            </a:r>
          </a:p>
          <a:p>
            <a:pPr marL="285750" indent="-228600">
              <a:buFont typeface="Arial" panose="020B0604020202020204" pitchFamily="34" charset="0"/>
              <a:buChar char="•"/>
            </a:pPr>
            <a:r>
              <a:rPr lang="en-US" sz="1200" b="1" dirty="0"/>
              <a:t>Interquartile Range (IQR):</a:t>
            </a:r>
            <a:r>
              <a:rPr lang="en-US" sz="1200" dirty="0"/>
              <a:t> The IQR is calculated as Q3 - Q1, representing the middle 50% of the data.   </a:t>
            </a:r>
          </a:p>
          <a:p>
            <a:pPr marL="285750" indent="-228600">
              <a:buFont typeface="Arial" panose="020B0604020202020204" pitchFamily="34" charset="0"/>
              <a:buChar char="•"/>
            </a:pPr>
            <a:r>
              <a:rPr lang="en-US" sz="1200" b="1" dirty="0"/>
              <a:t>Whisker Length:</a:t>
            </a:r>
            <a:r>
              <a:rPr lang="en-US" sz="1200" dirty="0"/>
              <a:t> The whiskers of the box plot extend to a maximum of 1.5 times the IQR from the edges of the box (Q1 and Q3).   </a:t>
            </a:r>
          </a:p>
          <a:p>
            <a:pPr marL="285750" indent="-228600">
              <a:buFont typeface="Arial" panose="020B0604020202020204" pitchFamily="34" charset="0"/>
              <a:buChar char="•"/>
            </a:pPr>
            <a:r>
              <a:rPr lang="en-US" sz="1200" b="1" dirty="0"/>
              <a:t>Outlier Identification:</a:t>
            </a:r>
            <a:r>
              <a:rPr lang="en-US" sz="1200" dirty="0"/>
              <a:t> Any data points that fall outside the whiskers are considered potential outliers. These points are often plotted individually beyond the whiskers</a:t>
            </a:r>
          </a:p>
          <a:p>
            <a:pPr indent="-228600">
              <a:buFont typeface="Arial" panose="020B0604020202020204" pitchFamily="34" charset="0"/>
              <a:buChar char="•"/>
            </a:pPr>
            <a:endParaRPr lang="en-US" sz="1100"/>
          </a:p>
        </p:txBody>
      </p:sp>
      <p:pic>
        <p:nvPicPr>
          <p:cNvPr id="5" name="Picture Placeholder 4" descr="A graph of a box plot&#10;&#10;Description automatically generated">
            <a:extLst>
              <a:ext uri="{FF2B5EF4-FFF2-40B4-BE49-F238E27FC236}">
                <a16:creationId xmlns:a16="http://schemas.microsoft.com/office/drawing/2014/main" id="{648A9C62-4965-3B20-2F78-0ACE23E2042D}"/>
              </a:ext>
            </a:extLst>
          </p:cNvPr>
          <p:cNvPicPr>
            <a:picLocks noGrp="1" noChangeAspect="1"/>
          </p:cNvPicPr>
          <p:nvPr>
            <p:ph type="pic" idx="1"/>
          </p:nvPr>
        </p:nvPicPr>
        <p:blipFill>
          <a:blip r:embed="rId2"/>
          <a:srcRect l="15947" r="15947"/>
          <a:stretch/>
        </p:blipFill>
        <p:spPr>
          <a:xfrm>
            <a:off x="7915058" y="1359673"/>
            <a:ext cx="2780702" cy="2194560"/>
          </a:xfrm>
          <a:prstGeom prst="rect">
            <a:avLst/>
          </a:prstGeom>
        </p:spPr>
      </p:pic>
      <p:pic>
        <p:nvPicPr>
          <p:cNvPr id="3" name="Picture 2" descr="A screenshot of a computer code&#10;&#10;Description automatically generated">
            <a:extLst>
              <a:ext uri="{FF2B5EF4-FFF2-40B4-BE49-F238E27FC236}">
                <a16:creationId xmlns:a16="http://schemas.microsoft.com/office/drawing/2014/main" id="{9AD59C9B-5031-E05C-D3AF-C907203B3291}"/>
              </a:ext>
            </a:extLst>
          </p:cNvPr>
          <p:cNvPicPr>
            <a:picLocks noChangeAspect="1"/>
          </p:cNvPicPr>
          <p:nvPr/>
        </p:nvPicPr>
        <p:blipFill>
          <a:blip r:embed="rId3"/>
          <a:stretch>
            <a:fillRect/>
          </a:stretch>
        </p:blipFill>
        <p:spPr>
          <a:xfrm>
            <a:off x="7534655" y="4504604"/>
            <a:ext cx="3541510" cy="1190525"/>
          </a:xfrm>
          <a:prstGeom prst="rect">
            <a:avLst/>
          </a:prstGeom>
        </p:spPr>
      </p:pic>
    </p:spTree>
    <p:extLst>
      <p:ext uri="{BB962C8B-B14F-4D97-AF65-F5344CB8AC3E}">
        <p14:creationId xmlns:p14="http://schemas.microsoft.com/office/powerpoint/2010/main" val="571848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B43E7DC-5101-4E7C-ADB5-596311F53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3">
            <a:extLst>
              <a:ext uri="{FF2B5EF4-FFF2-40B4-BE49-F238E27FC236}">
                <a16:creationId xmlns:a16="http://schemas.microsoft.com/office/drawing/2014/main" id="{1B8BCA7A-6464-4C53-A572-89B2B3C2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10976177 w 12192000"/>
              <a:gd name="connsiteY3" fmla="*/ 6858000 h 6858000"/>
              <a:gd name="connsiteX4" fmla="*/ 10997120 w 12192000"/>
              <a:gd name="connsiteY4" fmla="*/ 6851980 h 6858000"/>
              <a:gd name="connsiteX5" fmla="*/ 12094512 w 12192000"/>
              <a:gd name="connsiteY5" fmla="*/ 6315404 h 6858000"/>
              <a:gd name="connsiteX6" fmla="*/ 12191999 w 12192000"/>
              <a:gd name="connsiteY6" fmla="*/ 6239611 h 6858000"/>
              <a:gd name="connsiteX7" fmla="*/ 12191999 w 12192000"/>
              <a:gd name="connsiteY7" fmla="*/ 1104399 h 6858000"/>
              <a:gd name="connsiteX8" fmla="*/ 11979198 w 12192000"/>
              <a:gd name="connsiteY8" fmla="*/ 1051011 h 6858000"/>
              <a:gd name="connsiteX9" fmla="*/ 11742378 w 12192000"/>
              <a:gd name="connsiteY9" fmla="*/ 986227 h 6858000"/>
              <a:gd name="connsiteX10" fmla="*/ 12063968 w 12192000"/>
              <a:gd name="connsiteY10" fmla="*/ 729780 h 6858000"/>
              <a:gd name="connsiteX11" fmla="*/ 11572835 w 12192000"/>
              <a:gd name="connsiteY11" fmla="*/ 670151 h 6858000"/>
              <a:gd name="connsiteX12" fmla="*/ 11524844 w 12192000"/>
              <a:gd name="connsiteY12" fmla="*/ 671946 h 6858000"/>
              <a:gd name="connsiteX13" fmla="*/ 10560518 w 12192000"/>
              <a:gd name="connsiteY13" fmla="*/ 632492 h 6858000"/>
              <a:gd name="connsiteX14" fmla="*/ 9178169 w 12192000"/>
              <a:gd name="connsiteY14" fmla="*/ 501577 h 6858000"/>
              <a:gd name="connsiteX15" fmla="*/ 8033984 w 12192000"/>
              <a:gd name="connsiteY15" fmla="*/ 423121 h 6858000"/>
              <a:gd name="connsiteX16" fmla="*/ 6815795 w 12192000"/>
              <a:gd name="connsiteY16" fmla="*/ 270688 h 6858000"/>
              <a:gd name="connsiteX17" fmla="*/ 6757489 w 12192000"/>
              <a:gd name="connsiteY17" fmla="*/ 260880 h 6858000"/>
              <a:gd name="connsiteX18" fmla="*/ 6703217 w 12192000"/>
              <a:gd name="connsiteY18" fmla="*/ 290416 h 6858000"/>
              <a:gd name="connsiteX19" fmla="*/ 7005521 w 12192000"/>
              <a:gd name="connsiteY19" fmla="*/ 401154 h 6858000"/>
              <a:gd name="connsiteX20" fmla="*/ 6532779 w 12192000"/>
              <a:gd name="connsiteY20" fmla="*/ 342871 h 6858000"/>
              <a:gd name="connsiteX21" fmla="*/ 6524704 w 12192000"/>
              <a:gd name="connsiteY21" fmla="*/ 380529 h 6858000"/>
              <a:gd name="connsiteX22" fmla="*/ 7061587 w 12192000"/>
              <a:gd name="connsiteY22" fmla="*/ 523098 h 6858000"/>
              <a:gd name="connsiteX23" fmla="*/ 7013594 w 12192000"/>
              <a:gd name="connsiteY23" fmla="*/ 545070 h 6858000"/>
              <a:gd name="connsiteX24" fmla="*/ 6728335 w 12192000"/>
              <a:gd name="connsiteY24" fmla="*/ 489924 h 6858000"/>
              <a:gd name="connsiteX25" fmla="*/ 6670923 w 12192000"/>
              <a:gd name="connsiteY25" fmla="*/ 504270 h 6858000"/>
              <a:gd name="connsiteX26" fmla="*/ 6699180 w 12192000"/>
              <a:gd name="connsiteY26" fmla="*/ 571069 h 6858000"/>
              <a:gd name="connsiteX27" fmla="*/ 6822972 w 12192000"/>
              <a:gd name="connsiteY27" fmla="*/ 597073 h 6858000"/>
              <a:gd name="connsiteX28" fmla="*/ 7015839 w 12192000"/>
              <a:gd name="connsiteY28" fmla="*/ 753992 h 6858000"/>
              <a:gd name="connsiteX29" fmla="*/ 6723848 w 12192000"/>
              <a:gd name="connsiteY29" fmla="*/ 735160 h 6858000"/>
              <a:gd name="connsiteX30" fmla="*/ 6672268 w 12192000"/>
              <a:gd name="connsiteY30" fmla="*/ 773268 h 6858000"/>
              <a:gd name="connsiteX31" fmla="*/ 6652532 w 12192000"/>
              <a:gd name="connsiteY31" fmla="*/ 822585 h 6858000"/>
              <a:gd name="connsiteX32" fmla="*/ 6539505 w 12192000"/>
              <a:gd name="connsiteY32" fmla="*/ 863382 h 6858000"/>
              <a:gd name="connsiteX33" fmla="*/ 6717122 w 12192000"/>
              <a:gd name="connsiteY33" fmla="*/ 909114 h 6858000"/>
              <a:gd name="connsiteX34" fmla="*/ 6527397 w 12192000"/>
              <a:gd name="connsiteY34" fmla="*/ 909114 h 6858000"/>
              <a:gd name="connsiteX35" fmla="*/ 6309411 w 12192000"/>
              <a:gd name="connsiteY35" fmla="*/ 877731 h 6858000"/>
              <a:gd name="connsiteX36" fmla="*/ 6077077 w 12192000"/>
              <a:gd name="connsiteY36" fmla="*/ 887593 h 6858000"/>
              <a:gd name="connsiteX37" fmla="*/ 6076642 w 12192000"/>
              <a:gd name="connsiteY37" fmla="*/ 887537 h 6858000"/>
              <a:gd name="connsiteX38" fmla="*/ 6032390 w 12192000"/>
              <a:gd name="connsiteY38" fmla="*/ 898600 h 6858000"/>
              <a:gd name="connsiteX39" fmla="*/ 6008536 w 12192000"/>
              <a:gd name="connsiteY39" fmla="*/ 914503 h 6858000"/>
              <a:gd name="connsiteX40" fmla="*/ 5944926 w 12192000"/>
              <a:gd name="connsiteY40" fmla="*/ 922454 h 6858000"/>
              <a:gd name="connsiteX41" fmla="*/ 5929023 w 12192000"/>
              <a:gd name="connsiteY41" fmla="*/ 954259 h 6858000"/>
              <a:gd name="connsiteX42" fmla="*/ 5938641 w 12192000"/>
              <a:gd name="connsiteY42" fmla="*/ 983356 h 6858000"/>
              <a:gd name="connsiteX43" fmla="*/ 5941380 w 12192000"/>
              <a:gd name="connsiteY43" fmla="*/ 994243 h 6858000"/>
              <a:gd name="connsiteX44" fmla="*/ 6022639 w 12192000"/>
              <a:gd name="connsiteY44" fmla="*/ 1012399 h 6858000"/>
              <a:gd name="connsiteX45" fmla="*/ 6620687 w 12192000"/>
              <a:gd name="connsiteY45" fmla="*/ 1222947 h 6858000"/>
              <a:gd name="connsiteX46" fmla="*/ 6557895 w 12192000"/>
              <a:gd name="connsiteY46" fmla="*/ 1308577 h 6858000"/>
              <a:gd name="connsiteX47" fmla="*/ 6815348 w 12192000"/>
              <a:gd name="connsiteY47" fmla="*/ 1401831 h 6858000"/>
              <a:gd name="connsiteX48" fmla="*/ 6878591 w 12192000"/>
              <a:gd name="connsiteY48" fmla="*/ 1494187 h 6858000"/>
              <a:gd name="connsiteX49" fmla="*/ 6799202 w 12192000"/>
              <a:gd name="connsiteY49" fmla="*/ 1486118 h 6858000"/>
              <a:gd name="connsiteX50" fmla="*/ 6731027 w 12192000"/>
              <a:gd name="connsiteY50" fmla="*/ 1503602 h 6858000"/>
              <a:gd name="connsiteX51" fmla="*/ 6759282 w 12192000"/>
              <a:gd name="connsiteY51" fmla="*/ 1621067 h 6858000"/>
              <a:gd name="connsiteX52" fmla="*/ 7123035 w 12192000"/>
              <a:gd name="connsiteY52" fmla="*/ 1772603 h 6858000"/>
              <a:gd name="connsiteX53" fmla="*/ 7155777 w 12192000"/>
              <a:gd name="connsiteY53" fmla="*/ 1821919 h 6858000"/>
              <a:gd name="connsiteX54" fmla="*/ 7112270 w 12192000"/>
              <a:gd name="connsiteY54" fmla="*/ 1856890 h 6858000"/>
              <a:gd name="connsiteX55" fmla="*/ 6994755 w 12192000"/>
              <a:gd name="connsiteY55" fmla="*/ 1874821 h 6858000"/>
              <a:gd name="connsiteX56" fmla="*/ 7159364 w 12192000"/>
              <a:gd name="connsiteY56" fmla="*/ 2042948 h 6858000"/>
              <a:gd name="connsiteX57" fmla="*/ 7219467 w 12192000"/>
              <a:gd name="connsiteY57" fmla="*/ 2089573 h 6858000"/>
              <a:gd name="connsiteX58" fmla="*/ 7322179 w 12192000"/>
              <a:gd name="connsiteY58" fmla="*/ 2161756 h 6858000"/>
              <a:gd name="connsiteX59" fmla="*/ 7323974 w 12192000"/>
              <a:gd name="connsiteY59" fmla="*/ 2183724 h 6858000"/>
              <a:gd name="connsiteX60" fmla="*/ 7184034 w 12192000"/>
              <a:gd name="connsiteY60" fmla="*/ 2261285 h 6858000"/>
              <a:gd name="connsiteX61" fmla="*/ 6931516 w 12192000"/>
              <a:gd name="connsiteY61" fmla="*/ 2240212 h 6858000"/>
              <a:gd name="connsiteX62" fmla="*/ 7304686 w 12192000"/>
              <a:gd name="connsiteY62" fmla="*/ 2355883 h 6858000"/>
              <a:gd name="connsiteX63" fmla="*/ 6096813 w 12192000"/>
              <a:gd name="connsiteY63" fmla="*/ 2080160 h 6858000"/>
              <a:gd name="connsiteX64" fmla="*/ 6173959 w 12192000"/>
              <a:gd name="connsiteY64" fmla="*/ 2152340 h 6858000"/>
              <a:gd name="connsiteX65" fmla="*/ 6596469 w 12192000"/>
              <a:gd name="connsiteY65" fmla="*/ 2342432 h 6858000"/>
              <a:gd name="connsiteX66" fmla="*/ 6716224 w 12192000"/>
              <a:gd name="connsiteY66" fmla="*/ 2461690 h 6858000"/>
              <a:gd name="connsiteX67" fmla="*/ 6841810 w 12192000"/>
              <a:gd name="connsiteY67" fmla="*/ 2527594 h 6858000"/>
              <a:gd name="connsiteX68" fmla="*/ 7018080 w 12192000"/>
              <a:gd name="connsiteY68" fmla="*/ 2526249 h 6858000"/>
              <a:gd name="connsiteX69" fmla="*/ 7143217 w 12192000"/>
              <a:gd name="connsiteY69" fmla="*/ 2627573 h 6858000"/>
              <a:gd name="connsiteX70" fmla="*/ 7012697 w 12192000"/>
              <a:gd name="connsiteY70" fmla="*/ 2649094 h 6858000"/>
              <a:gd name="connsiteX71" fmla="*/ 6859752 w 12192000"/>
              <a:gd name="connsiteY71" fmla="*/ 2632505 h 6858000"/>
              <a:gd name="connsiteX72" fmla="*/ 6529636 w 12192000"/>
              <a:gd name="connsiteY72" fmla="*/ 2637883 h 6858000"/>
              <a:gd name="connsiteX73" fmla="*/ 6340360 w 12192000"/>
              <a:gd name="connsiteY73" fmla="*/ 2657610 h 6858000"/>
              <a:gd name="connsiteX74" fmla="*/ 5905294 w 12192000"/>
              <a:gd name="connsiteY74" fmla="*/ 2623984 h 6858000"/>
              <a:gd name="connsiteX75" fmla="*/ 5930860 w 12192000"/>
              <a:gd name="connsiteY75" fmla="*/ 2710066 h 6858000"/>
              <a:gd name="connsiteX76" fmla="*/ 5914710 w 12192000"/>
              <a:gd name="connsiteY76" fmla="*/ 2784935 h 6858000"/>
              <a:gd name="connsiteX77" fmla="*/ 5908433 w 12192000"/>
              <a:gd name="connsiteY77" fmla="*/ 2947683 h 6858000"/>
              <a:gd name="connsiteX78" fmla="*/ 5912470 w 12192000"/>
              <a:gd name="connsiteY78" fmla="*/ 2974134 h 6858000"/>
              <a:gd name="connsiteX79" fmla="*/ 5815141 w 12192000"/>
              <a:gd name="connsiteY79" fmla="*/ 2991171 h 6858000"/>
              <a:gd name="connsiteX80" fmla="*/ 6395082 w 12192000"/>
              <a:gd name="connsiteY80" fmla="*/ 3329661 h 6858000"/>
              <a:gd name="connsiteX81" fmla="*/ 6007557 w 12192000"/>
              <a:gd name="connsiteY81" fmla="*/ 3243581 h 6858000"/>
              <a:gd name="connsiteX82" fmla="*/ 5955079 w 12192000"/>
              <a:gd name="connsiteY82" fmla="*/ 3385704 h 6858000"/>
              <a:gd name="connsiteX83" fmla="*/ 6137180 w 12192000"/>
              <a:gd name="connsiteY83" fmla="*/ 3512133 h 6858000"/>
              <a:gd name="connsiteX84" fmla="*/ 6204457 w 12192000"/>
              <a:gd name="connsiteY84" fmla="*/ 3762302 h 6858000"/>
              <a:gd name="connsiteX85" fmla="*/ 6171716 w 12192000"/>
              <a:gd name="connsiteY85" fmla="*/ 3990952 h 6858000"/>
              <a:gd name="connsiteX86" fmla="*/ 6093674 w 12192000"/>
              <a:gd name="connsiteY86" fmla="*/ 4063580 h 6858000"/>
              <a:gd name="connsiteX87" fmla="*/ 5980645 w 12192000"/>
              <a:gd name="connsiteY87" fmla="*/ 4194045 h 6858000"/>
              <a:gd name="connsiteX88" fmla="*/ 5910676 w 12192000"/>
              <a:gd name="connsiteY88" fmla="*/ 4274743 h 6858000"/>
              <a:gd name="connsiteX89" fmla="*/ 5667577 w 12192000"/>
              <a:gd name="connsiteY89" fmla="*/ 4243362 h 6858000"/>
              <a:gd name="connsiteX90" fmla="*/ 5991859 w 12192000"/>
              <a:gd name="connsiteY90" fmla="*/ 4448252 h 6858000"/>
              <a:gd name="connsiteX91" fmla="*/ 5729024 w 12192000"/>
              <a:gd name="connsiteY91" fmla="*/ 4422695 h 6858000"/>
              <a:gd name="connsiteX92" fmla="*/ 5643357 w 12192000"/>
              <a:gd name="connsiteY92" fmla="*/ 4437041 h 6858000"/>
              <a:gd name="connsiteX93" fmla="*/ 5692243 w 12192000"/>
              <a:gd name="connsiteY93" fmla="*/ 4503395 h 6858000"/>
              <a:gd name="connsiteX94" fmla="*/ 5885111 w 12192000"/>
              <a:gd name="connsiteY94" fmla="*/ 4615926 h 6858000"/>
              <a:gd name="connsiteX95" fmla="*/ 6282503 w 12192000"/>
              <a:gd name="connsiteY95" fmla="*/ 4920793 h 6858000"/>
              <a:gd name="connsiteX96" fmla="*/ 5897668 w 12192000"/>
              <a:gd name="connsiteY96" fmla="*/ 4780915 h 6858000"/>
              <a:gd name="connsiteX97" fmla="*/ 6303132 w 12192000"/>
              <a:gd name="connsiteY97" fmla="*/ 5094297 h 6858000"/>
              <a:gd name="connsiteX98" fmla="*/ 6393287 w 12192000"/>
              <a:gd name="connsiteY98" fmla="*/ 5198310 h 6858000"/>
              <a:gd name="connsiteX99" fmla="*/ 6575386 w 12192000"/>
              <a:gd name="connsiteY99" fmla="*/ 5456548 h 6858000"/>
              <a:gd name="connsiteX100" fmla="*/ 6566415 w 12192000"/>
              <a:gd name="connsiteY100" fmla="*/ 5485690 h 6858000"/>
              <a:gd name="connsiteX101" fmla="*/ 6356059 w 12192000"/>
              <a:gd name="connsiteY101" fmla="*/ 5443995 h 6858000"/>
              <a:gd name="connsiteX102" fmla="*/ 6628762 w 12192000"/>
              <a:gd name="connsiteY102" fmla="*/ 5660990 h 6858000"/>
              <a:gd name="connsiteX103" fmla="*/ 6910436 w 12192000"/>
              <a:gd name="connsiteY103" fmla="*/ 5827767 h 6858000"/>
              <a:gd name="connsiteX104" fmla="*/ 6710393 w 12192000"/>
              <a:gd name="connsiteY104" fmla="*/ 5802214 h 6858000"/>
              <a:gd name="connsiteX105" fmla="*/ 6435448 w 12192000"/>
              <a:gd name="connsiteY105" fmla="*/ 5706719 h 6858000"/>
              <a:gd name="connsiteX106" fmla="*/ 6339913 w 12192000"/>
              <a:gd name="connsiteY106" fmla="*/ 5742586 h 6858000"/>
              <a:gd name="connsiteX107" fmla="*/ 6600503 w 12192000"/>
              <a:gd name="connsiteY107" fmla="*/ 5900398 h 6858000"/>
              <a:gd name="connsiteX108" fmla="*/ 6749863 w 12192000"/>
              <a:gd name="connsiteY108" fmla="*/ 5973478 h 6858000"/>
              <a:gd name="connsiteX109" fmla="*/ 6809515 w 12192000"/>
              <a:gd name="connsiteY109" fmla="*/ 6029519 h 6858000"/>
              <a:gd name="connsiteX110" fmla="*/ 6979954 w 12192000"/>
              <a:gd name="connsiteY110" fmla="*/ 6229474 h 6858000"/>
              <a:gd name="connsiteX111" fmla="*/ 7480509 w 12192000"/>
              <a:gd name="connsiteY111" fmla="*/ 6447812 h 6858000"/>
              <a:gd name="connsiteX112" fmla="*/ 7948764 w 12192000"/>
              <a:gd name="connsiteY112" fmla="*/ 6719056 h 6858000"/>
              <a:gd name="connsiteX113" fmla="*/ 8221244 w 12192000"/>
              <a:gd name="connsiteY113" fmla="*/ 6848868 h 6858000"/>
              <a:gd name="connsiteX114" fmla="*/ 8242921 w 12192000"/>
              <a:gd name="connsiteY114" fmla="*/ 6858000 h 6858000"/>
              <a:gd name="connsiteX115" fmla="*/ 0 w 12192000"/>
              <a:gd name="connsiteY1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12192000" h="6858000">
                <a:moveTo>
                  <a:pt x="0" y="0"/>
                </a:moveTo>
                <a:lnTo>
                  <a:pt x="12192000" y="0"/>
                </a:lnTo>
                <a:lnTo>
                  <a:pt x="12192000" y="6858000"/>
                </a:lnTo>
                <a:lnTo>
                  <a:pt x="10976177" y="6858000"/>
                </a:lnTo>
                <a:lnTo>
                  <a:pt x="10997120" y="6851980"/>
                </a:lnTo>
                <a:cubicBezTo>
                  <a:pt x="11372760" y="6734361"/>
                  <a:pt x="11757137" y="6563389"/>
                  <a:pt x="12094512" y="6315404"/>
                </a:cubicBezTo>
                <a:lnTo>
                  <a:pt x="12191999" y="6239611"/>
                </a:lnTo>
                <a:lnTo>
                  <a:pt x="12191999" y="1104399"/>
                </a:lnTo>
                <a:lnTo>
                  <a:pt x="11979198" y="1051011"/>
                </a:lnTo>
                <a:cubicBezTo>
                  <a:pt x="11902836" y="1030275"/>
                  <a:pt x="11824681" y="1008195"/>
                  <a:pt x="11742378" y="986227"/>
                </a:cubicBezTo>
                <a:cubicBezTo>
                  <a:pt x="11843295" y="875936"/>
                  <a:pt x="12022257" y="888939"/>
                  <a:pt x="12063968" y="729780"/>
                </a:cubicBezTo>
                <a:cubicBezTo>
                  <a:pt x="11901155" y="688534"/>
                  <a:pt x="11729822" y="735611"/>
                  <a:pt x="11572835" y="670151"/>
                </a:cubicBezTo>
                <a:cubicBezTo>
                  <a:pt x="11559381" y="664325"/>
                  <a:pt x="11540990" y="670151"/>
                  <a:pt x="11524844" y="671946"/>
                </a:cubicBezTo>
                <a:cubicBezTo>
                  <a:pt x="11201459" y="706916"/>
                  <a:pt x="10879418" y="676432"/>
                  <a:pt x="10560518" y="632492"/>
                </a:cubicBezTo>
                <a:cubicBezTo>
                  <a:pt x="10101230" y="569728"/>
                  <a:pt x="9640146" y="529825"/>
                  <a:pt x="9178169" y="501577"/>
                </a:cubicBezTo>
                <a:cubicBezTo>
                  <a:pt x="8796475" y="478266"/>
                  <a:pt x="8413886" y="467955"/>
                  <a:pt x="8033984" y="423121"/>
                </a:cubicBezTo>
                <a:cubicBezTo>
                  <a:pt x="7627624" y="375150"/>
                  <a:pt x="7221712" y="320901"/>
                  <a:pt x="6815795" y="270688"/>
                </a:cubicBezTo>
                <a:cubicBezTo>
                  <a:pt x="6797407" y="268446"/>
                  <a:pt x="6777110" y="261384"/>
                  <a:pt x="6757489" y="260880"/>
                </a:cubicBezTo>
                <a:cubicBezTo>
                  <a:pt x="6737867" y="260376"/>
                  <a:pt x="6718916" y="266430"/>
                  <a:pt x="6703217" y="290416"/>
                </a:cubicBezTo>
                <a:cubicBezTo>
                  <a:pt x="6786642" y="353629"/>
                  <a:pt x="6892941" y="329867"/>
                  <a:pt x="7005521" y="401154"/>
                </a:cubicBezTo>
                <a:cubicBezTo>
                  <a:pt x="6822525" y="378735"/>
                  <a:pt x="6677649" y="360801"/>
                  <a:pt x="6532779" y="342871"/>
                </a:cubicBezTo>
                <a:cubicBezTo>
                  <a:pt x="6530087" y="355424"/>
                  <a:pt x="6527397" y="367976"/>
                  <a:pt x="6524704" y="380529"/>
                </a:cubicBezTo>
                <a:cubicBezTo>
                  <a:pt x="6709945" y="406980"/>
                  <a:pt x="6881280" y="475126"/>
                  <a:pt x="7061587" y="523098"/>
                </a:cubicBezTo>
                <a:cubicBezTo>
                  <a:pt x="7044990" y="552691"/>
                  <a:pt x="7028398" y="546862"/>
                  <a:pt x="7013594" y="545070"/>
                </a:cubicBezTo>
                <a:cubicBezTo>
                  <a:pt x="6917162" y="533412"/>
                  <a:pt x="6820730" y="521755"/>
                  <a:pt x="6728335" y="489924"/>
                </a:cubicBezTo>
                <a:cubicBezTo>
                  <a:pt x="6707702" y="482748"/>
                  <a:pt x="6682583" y="482748"/>
                  <a:pt x="6670923" y="504270"/>
                </a:cubicBezTo>
                <a:cubicBezTo>
                  <a:pt x="6654326" y="534757"/>
                  <a:pt x="6678097" y="554484"/>
                  <a:pt x="6699180" y="571069"/>
                </a:cubicBezTo>
                <a:cubicBezTo>
                  <a:pt x="6735959" y="599764"/>
                  <a:pt x="6780362" y="591695"/>
                  <a:pt x="6822972" y="597073"/>
                </a:cubicBezTo>
                <a:cubicBezTo>
                  <a:pt x="6936448" y="610972"/>
                  <a:pt x="6990720" y="654460"/>
                  <a:pt x="7015839" y="753992"/>
                </a:cubicBezTo>
                <a:cubicBezTo>
                  <a:pt x="6916264" y="713640"/>
                  <a:pt x="6820280" y="763407"/>
                  <a:pt x="6723848" y="735160"/>
                </a:cubicBezTo>
                <a:cubicBezTo>
                  <a:pt x="6698731" y="727988"/>
                  <a:pt x="6658813" y="738747"/>
                  <a:pt x="6672268" y="773268"/>
                </a:cubicBezTo>
                <a:cubicBezTo>
                  <a:pt x="6684828" y="805550"/>
                  <a:pt x="6726540" y="828861"/>
                  <a:pt x="6652532" y="822585"/>
                </a:cubicBezTo>
                <a:cubicBezTo>
                  <a:pt x="6599609" y="818101"/>
                  <a:pt x="6495999" y="854418"/>
                  <a:pt x="6539505" y="863382"/>
                </a:cubicBezTo>
                <a:cubicBezTo>
                  <a:pt x="6594225" y="874593"/>
                  <a:pt x="6647600" y="890733"/>
                  <a:pt x="6717122" y="909114"/>
                </a:cubicBezTo>
                <a:cubicBezTo>
                  <a:pt x="6640423" y="939151"/>
                  <a:pt x="6585254" y="932874"/>
                  <a:pt x="6527397" y="909114"/>
                </a:cubicBezTo>
                <a:cubicBezTo>
                  <a:pt x="6457427" y="880419"/>
                  <a:pt x="6366375" y="845451"/>
                  <a:pt x="6309411" y="877731"/>
                </a:cubicBezTo>
                <a:cubicBezTo>
                  <a:pt x="6224192" y="926151"/>
                  <a:pt x="6153325" y="895663"/>
                  <a:pt x="6077077" y="887593"/>
                </a:cubicBezTo>
                <a:lnTo>
                  <a:pt x="6076642" y="887537"/>
                </a:lnTo>
                <a:lnTo>
                  <a:pt x="6032390" y="898600"/>
                </a:lnTo>
                <a:cubicBezTo>
                  <a:pt x="6023409" y="901866"/>
                  <a:pt x="6017756" y="911989"/>
                  <a:pt x="6008536" y="914503"/>
                </a:cubicBezTo>
                <a:cubicBezTo>
                  <a:pt x="5987921" y="920125"/>
                  <a:pt x="5964038" y="912898"/>
                  <a:pt x="5944926" y="922454"/>
                </a:cubicBezTo>
                <a:cubicBezTo>
                  <a:pt x="5934324" y="927755"/>
                  <a:pt x="5934324" y="943657"/>
                  <a:pt x="5929023" y="954259"/>
                </a:cubicBezTo>
                <a:cubicBezTo>
                  <a:pt x="5933305" y="967105"/>
                  <a:pt x="5936344" y="975942"/>
                  <a:pt x="5938641" y="983356"/>
                </a:cubicBezTo>
                <a:lnTo>
                  <a:pt x="5941380" y="994243"/>
                </a:lnTo>
                <a:lnTo>
                  <a:pt x="6022639" y="1012399"/>
                </a:lnTo>
                <a:cubicBezTo>
                  <a:pt x="6231931" y="1059643"/>
                  <a:pt x="6435672" y="1112210"/>
                  <a:pt x="6620687" y="1222947"/>
                </a:cubicBezTo>
                <a:cubicBezTo>
                  <a:pt x="6604990" y="1244018"/>
                  <a:pt x="6525153" y="1304094"/>
                  <a:pt x="6557895" y="1308577"/>
                </a:cubicBezTo>
                <a:cubicBezTo>
                  <a:pt x="6649842" y="1321581"/>
                  <a:pt x="6731472" y="1365517"/>
                  <a:pt x="6815348" y="1401831"/>
                </a:cubicBezTo>
                <a:cubicBezTo>
                  <a:pt x="6851679" y="1417523"/>
                  <a:pt x="6895633" y="1438147"/>
                  <a:pt x="6878591" y="1494187"/>
                </a:cubicBezTo>
                <a:cubicBezTo>
                  <a:pt x="6847640" y="1509878"/>
                  <a:pt x="6824766" y="1487911"/>
                  <a:pt x="6799202" y="1486118"/>
                </a:cubicBezTo>
                <a:cubicBezTo>
                  <a:pt x="6773186" y="1484326"/>
                  <a:pt x="6714877" y="1495981"/>
                  <a:pt x="6731027" y="1503602"/>
                </a:cubicBezTo>
                <a:cubicBezTo>
                  <a:pt x="6804583" y="1538124"/>
                  <a:pt x="6672268" y="1621067"/>
                  <a:pt x="6759282" y="1621067"/>
                </a:cubicBezTo>
                <a:cubicBezTo>
                  <a:pt x="6905053" y="1621514"/>
                  <a:pt x="6982647" y="1768566"/>
                  <a:pt x="7123035" y="1772603"/>
                </a:cubicBezTo>
                <a:cubicBezTo>
                  <a:pt x="7145459" y="1773049"/>
                  <a:pt x="7156224" y="1799053"/>
                  <a:pt x="7155777" y="1821919"/>
                </a:cubicBezTo>
                <a:cubicBezTo>
                  <a:pt x="7155777" y="1849268"/>
                  <a:pt x="7135144" y="1854199"/>
                  <a:pt x="7112270" y="1856890"/>
                </a:cubicBezTo>
                <a:cubicBezTo>
                  <a:pt x="7077284" y="1860923"/>
                  <a:pt x="7040954" y="1821919"/>
                  <a:pt x="6994755" y="1874821"/>
                </a:cubicBezTo>
                <a:cubicBezTo>
                  <a:pt x="7077735" y="1905755"/>
                  <a:pt x="7160709" y="1936693"/>
                  <a:pt x="7159364" y="2042948"/>
                </a:cubicBezTo>
                <a:cubicBezTo>
                  <a:pt x="7158916" y="2071638"/>
                  <a:pt x="7193452" y="2082399"/>
                  <a:pt x="7219467" y="2089573"/>
                </a:cubicBezTo>
                <a:cubicBezTo>
                  <a:pt x="7262526" y="2101231"/>
                  <a:pt x="7298853" y="2121854"/>
                  <a:pt x="7322179" y="2161756"/>
                </a:cubicBezTo>
                <a:cubicBezTo>
                  <a:pt x="7321730" y="2169378"/>
                  <a:pt x="7321281" y="2177446"/>
                  <a:pt x="7323974" y="2183724"/>
                </a:cubicBezTo>
                <a:cubicBezTo>
                  <a:pt x="7316349" y="2280115"/>
                  <a:pt x="7253555" y="2277424"/>
                  <a:pt x="7184034" y="2261285"/>
                </a:cubicBezTo>
                <a:cubicBezTo>
                  <a:pt x="7101058" y="2241558"/>
                  <a:pt x="7018978" y="2205691"/>
                  <a:pt x="6931516" y="2240212"/>
                </a:cubicBezTo>
                <a:cubicBezTo>
                  <a:pt x="7054861" y="2286391"/>
                  <a:pt x="7188967" y="2289976"/>
                  <a:pt x="7304686" y="2355883"/>
                </a:cubicBezTo>
                <a:cubicBezTo>
                  <a:pt x="6881280" y="2367989"/>
                  <a:pt x="6507211" y="2159959"/>
                  <a:pt x="6096813" y="2080160"/>
                </a:cubicBezTo>
                <a:cubicBezTo>
                  <a:pt x="6110718" y="2133508"/>
                  <a:pt x="6143907" y="2144268"/>
                  <a:pt x="6173959" y="2152340"/>
                </a:cubicBezTo>
                <a:cubicBezTo>
                  <a:pt x="6325561" y="2192691"/>
                  <a:pt x="6458320" y="2272943"/>
                  <a:pt x="6596469" y="2342432"/>
                </a:cubicBezTo>
                <a:cubicBezTo>
                  <a:pt x="6653429" y="2371125"/>
                  <a:pt x="6694695" y="2399820"/>
                  <a:pt x="6716224" y="2461690"/>
                </a:cubicBezTo>
                <a:cubicBezTo>
                  <a:pt x="6735511" y="2517732"/>
                  <a:pt x="6772739" y="2543736"/>
                  <a:pt x="6841810" y="2527594"/>
                </a:cubicBezTo>
                <a:cubicBezTo>
                  <a:pt x="6897875" y="2514144"/>
                  <a:pt x="6959322" y="2521317"/>
                  <a:pt x="7018080" y="2526249"/>
                </a:cubicBezTo>
                <a:cubicBezTo>
                  <a:pt x="7085808" y="2531629"/>
                  <a:pt x="7161607" y="2594845"/>
                  <a:pt x="7143217" y="2627573"/>
                </a:cubicBezTo>
                <a:cubicBezTo>
                  <a:pt x="7111823" y="2683166"/>
                  <a:pt x="7059345" y="2655370"/>
                  <a:pt x="7012697" y="2649094"/>
                </a:cubicBezTo>
                <a:cubicBezTo>
                  <a:pt x="6959771" y="2641473"/>
                  <a:pt x="6861547" y="2625779"/>
                  <a:pt x="6859752" y="2632505"/>
                </a:cubicBezTo>
                <a:cubicBezTo>
                  <a:pt x="6825212" y="2771936"/>
                  <a:pt x="6582114" y="2650439"/>
                  <a:pt x="6529636" y="2637883"/>
                </a:cubicBezTo>
                <a:cubicBezTo>
                  <a:pt x="6464154" y="2622192"/>
                  <a:pt x="6402705" y="2650887"/>
                  <a:pt x="6340360" y="2657610"/>
                </a:cubicBezTo>
                <a:cubicBezTo>
                  <a:pt x="6284743" y="2663887"/>
                  <a:pt x="5970330" y="2683166"/>
                  <a:pt x="5905294" y="2623984"/>
                </a:cubicBezTo>
                <a:cubicBezTo>
                  <a:pt x="5896322" y="2670163"/>
                  <a:pt x="5915159" y="2688993"/>
                  <a:pt x="5930860" y="2710066"/>
                </a:cubicBezTo>
                <a:cubicBezTo>
                  <a:pt x="5952838" y="2740102"/>
                  <a:pt x="5956426" y="2761175"/>
                  <a:pt x="5914710" y="2784935"/>
                </a:cubicBezTo>
                <a:cubicBezTo>
                  <a:pt x="5795853" y="2853086"/>
                  <a:pt x="5797649" y="2855325"/>
                  <a:pt x="5908433" y="2947683"/>
                </a:cubicBezTo>
                <a:cubicBezTo>
                  <a:pt x="5913818" y="2951715"/>
                  <a:pt x="5911572" y="2965167"/>
                  <a:pt x="5912470" y="2974134"/>
                </a:cubicBezTo>
                <a:cubicBezTo>
                  <a:pt x="5883316" y="2988480"/>
                  <a:pt x="5849228" y="2952613"/>
                  <a:pt x="5815141" y="2991171"/>
                </a:cubicBezTo>
                <a:cubicBezTo>
                  <a:pt x="5963601" y="3160638"/>
                  <a:pt x="6190105" y="3202332"/>
                  <a:pt x="6395082" y="3329661"/>
                </a:cubicBezTo>
                <a:cubicBezTo>
                  <a:pt x="6229127" y="3371803"/>
                  <a:pt x="6129555" y="3224751"/>
                  <a:pt x="6007557" y="3243581"/>
                </a:cubicBezTo>
                <a:cubicBezTo>
                  <a:pt x="5946560" y="3289760"/>
                  <a:pt x="6127760" y="3363734"/>
                  <a:pt x="5955079" y="3385704"/>
                </a:cubicBezTo>
                <a:cubicBezTo>
                  <a:pt x="6029985" y="3426052"/>
                  <a:pt x="6085601" y="3465503"/>
                  <a:pt x="6137180" y="3512133"/>
                </a:cubicBezTo>
                <a:cubicBezTo>
                  <a:pt x="6229127" y="3595522"/>
                  <a:pt x="6247069" y="3650219"/>
                  <a:pt x="6204457" y="3762302"/>
                </a:cubicBezTo>
                <a:cubicBezTo>
                  <a:pt x="6176648" y="3835828"/>
                  <a:pt x="6135833" y="3903528"/>
                  <a:pt x="6171716" y="3990952"/>
                </a:cubicBezTo>
                <a:cubicBezTo>
                  <a:pt x="6196832" y="4051028"/>
                  <a:pt x="6186964" y="4090479"/>
                  <a:pt x="6093674" y="4063580"/>
                </a:cubicBezTo>
                <a:cubicBezTo>
                  <a:pt x="5993205" y="4034885"/>
                  <a:pt x="5955530" y="4088685"/>
                  <a:pt x="5980645" y="4194045"/>
                </a:cubicBezTo>
                <a:cubicBezTo>
                  <a:pt x="5996791" y="4261744"/>
                  <a:pt x="5979747" y="4282366"/>
                  <a:pt x="5910676" y="4274743"/>
                </a:cubicBezTo>
                <a:cubicBezTo>
                  <a:pt x="5834426" y="4266226"/>
                  <a:pt x="5761765" y="4221841"/>
                  <a:pt x="5667577" y="4243362"/>
                </a:cubicBezTo>
                <a:cubicBezTo>
                  <a:pt x="5742928" y="4366207"/>
                  <a:pt x="5903948" y="4331236"/>
                  <a:pt x="5991859" y="4448252"/>
                </a:cubicBezTo>
                <a:cubicBezTo>
                  <a:pt x="5886904" y="4448697"/>
                  <a:pt x="5806617" y="4448252"/>
                  <a:pt x="5729024" y="4422695"/>
                </a:cubicBezTo>
                <a:cubicBezTo>
                  <a:pt x="5696728" y="4412381"/>
                  <a:pt x="5661295" y="4401625"/>
                  <a:pt x="5643357" y="4437041"/>
                </a:cubicBezTo>
                <a:cubicBezTo>
                  <a:pt x="5622274" y="4479633"/>
                  <a:pt x="5665781" y="4495772"/>
                  <a:pt x="5692243" y="4503395"/>
                </a:cubicBezTo>
                <a:cubicBezTo>
                  <a:pt x="5766702" y="4524914"/>
                  <a:pt x="5823661" y="4576025"/>
                  <a:pt x="5885111" y="4615926"/>
                </a:cubicBezTo>
                <a:cubicBezTo>
                  <a:pt x="6020115" y="4703353"/>
                  <a:pt x="6168129" y="4776430"/>
                  <a:pt x="6282503" y="4920793"/>
                </a:cubicBezTo>
                <a:cubicBezTo>
                  <a:pt x="6138526" y="4884029"/>
                  <a:pt x="6031329" y="4798399"/>
                  <a:pt x="5897668" y="4780915"/>
                </a:cubicBezTo>
                <a:cubicBezTo>
                  <a:pt x="6013387" y="4912275"/>
                  <a:pt x="6162296" y="4998804"/>
                  <a:pt x="6303132" y="5094297"/>
                </a:cubicBezTo>
                <a:cubicBezTo>
                  <a:pt x="6343501" y="5121199"/>
                  <a:pt x="6384317" y="5139580"/>
                  <a:pt x="6393287" y="5198310"/>
                </a:cubicBezTo>
                <a:cubicBezTo>
                  <a:pt x="6410780" y="5312186"/>
                  <a:pt x="6463257" y="5406336"/>
                  <a:pt x="6575386" y="5456548"/>
                </a:cubicBezTo>
                <a:cubicBezTo>
                  <a:pt x="6576284" y="5457000"/>
                  <a:pt x="6570007" y="5474037"/>
                  <a:pt x="6566415" y="5485690"/>
                </a:cubicBezTo>
                <a:cubicBezTo>
                  <a:pt x="6497793" y="5489279"/>
                  <a:pt x="6443521" y="5422027"/>
                  <a:pt x="6356059" y="5443995"/>
                </a:cubicBezTo>
                <a:cubicBezTo>
                  <a:pt x="6439934" y="5535454"/>
                  <a:pt x="6509903" y="5617502"/>
                  <a:pt x="6628762" y="5660990"/>
                </a:cubicBezTo>
                <a:cubicBezTo>
                  <a:pt x="6723848" y="5695511"/>
                  <a:pt x="6841363" y="5715686"/>
                  <a:pt x="6910436" y="5827767"/>
                </a:cubicBezTo>
                <a:cubicBezTo>
                  <a:pt x="6830149" y="5849739"/>
                  <a:pt x="6770494" y="5821942"/>
                  <a:pt x="6710393" y="5802214"/>
                </a:cubicBezTo>
                <a:cubicBezTo>
                  <a:pt x="6618446" y="5771728"/>
                  <a:pt x="6527397" y="5737208"/>
                  <a:pt x="6435448" y="5706719"/>
                </a:cubicBezTo>
                <a:cubicBezTo>
                  <a:pt x="6400463" y="5695062"/>
                  <a:pt x="6362338" y="5686991"/>
                  <a:pt x="6339913" y="5742586"/>
                </a:cubicBezTo>
                <a:cubicBezTo>
                  <a:pt x="6456978" y="5754244"/>
                  <a:pt x="6526948" y="5829564"/>
                  <a:pt x="6600503" y="5900398"/>
                </a:cubicBezTo>
                <a:cubicBezTo>
                  <a:pt x="6641770" y="5940299"/>
                  <a:pt x="6675410" y="5993652"/>
                  <a:pt x="6749863" y="5973478"/>
                </a:cubicBezTo>
                <a:cubicBezTo>
                  <a:pt x="6788885" y="5962718"/>
                  <a:pt x="6813554" y="5992754"/>
                  <a:pt x="6809515" y="6029519"/>
                </a:cubicBezTo>
                <a:cubicBezTo>
                  <a:pt x="6794715" y="6159089"/>
                  <a:pt x="6885766" y="6204369"/>
                  <a:pt x="6979954" y="6229474"/>
                </a:cubicBezTo>
                <a:cubicBezTo>
                  <a:pt x="7158469" y="6276549"/>
                  <a:pt x="7306929" y="6387287"/>
                  <a:pt x="7480509" y="6447812"/>
                </a:cubicBezTo>
                <a:cubicBezTo>
                  <a:pt x="7649154" y="6506545"/>
                  <a:pt x="7779672" y="6645975"/>
                  <a:pt x="7948764" y="6719056"/>
                </a:cubicBezTo>
                <a:cubicBezTo>
                  <a:pt x="8040603" y="6758733"/>
                  <a:pt x="8129409" y="6806985"/>
                  <a:pt x="8221244" y="6848868"/>
                </a:cubicBezTo>
                <a:lnTo>
                  <a:pt x="8242921"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endParaRPr lang="en-US" dirty="0">
              <a:solidFill>
                <a:schemeClr val="tx1"/>
              </a:solidFill>
            </a:endParaRPr>
          </a:p>
        </p:txBody>
      </p:sp>
      <p:sp>
        <p:nvSpPr>
          <p:cNvPr id="2" name="Title 1">
            <a:extLst>
              <a:ext uri="{FF2B5EF4-FFF2-40B4-BE49-F238E27FC236}">
                <a16:creationId xmlns:a16="http://schemas.microsoft.com/office/drawing/2014/main" id="{73199DDD-F401-3EF4-D3E3-39DCBF269A25}"/>
              </a:ext>
            </a:extLst>
          </p:cNvPr>
          <p:cNvSpPr>
            <a:spLocks noGrp="1"/>
          </p:cNvSpPr>
          <p:nvPr>
            <p:ph type="title"/>
          </p:nvPr>
        </p:nvSpPr>
        <p:spPr>
          <a:xfrm>
            <a:off x="838200" y="365125"/>
            <a:ext cx="5257800" cy="1720524"/>
          </a:xfrm>
        </p:spPr>
        <p:txBody>
          <a:bodyPr vert="horz" lIns="91440" tIns="45720" rIns="91440" bIns="45720" rtlCol="0" anchor="ctr">
            <a:normAutofit/>
          </a:bodyPr>
          <a:lstStyle/>
          <a:p>
            <a:r>
              <a:rPr lang="en-US" sz="4400"/>
              <a:t>Feature Engineering:</a:t>
            </a:r>
          </a:p>
        </p:txBody>
      </p:sp>
      <p:sp>
        <p:nvSpPr>
          <p:cNvPr id="15" name="Text Placeholder 14">
            <a:extLst>
              <a:ext uri="{FF2B5EF4-FFF2-40B4-BE49-F238E27FC236}">
                <a16:creationId xmlns:a16="http://schemas.microsoft.com/office/drawing/2014/main" id="{0CE65DF2-5CEA-CD1C-0D18-E10361995DDF}"/>
              </a:ext>
            </a:extLst>
          </p:cNvPr>
          <p:cNvSpPr>
            <a:spLocks noGrp="1"/>
          </p:cNvSpPr>
          <p:nvPr>
            <p:ph type="body" sz="half" idx="2"/>
          </p:nvPr>
        </p:nvSpPr>
        <p:spPr>
          <a:xfrm>
            <a:off x="838201" y="1528868"/>
            <a:ext cx="6629118" cy="4661009"/>
          </a:xfrm>
        </p:spPr>
        <p:txBody>
          <a:bodyPr vert="horz" lIns="91440" tIns="45720" rIns="91440" bIns="45720" rtlCol="0" anchor="t">
            <a:normAutofit/>
          </a:bodyPr>
          <a:lstStyle/>
          <a:p>
            <a:pPr indent="-228600">
              <a:buFont typeface="Arial" panose="020B0604020202020204" pitchFamily="34" charset="0"/>
              <a:buChar char="•"/>
            </a:pPr>
            <a:r>
              <a:rPr lang="en-US" b="1" dirty="0"/>
              <a:t>Feature Engineering: The Secret Sauce of Machine Learning</a:t>
            </a:r>
            <a:endParaRPr lang="en-US" dirty="0"/>
          </a:p>
          <a:p>
            <a:pPr indent="-228600">
              <a:buFont typeface="Arial" panose="020B0604020202020204" pitchFamily="34" charset="0"/>
              <a:buChar char="•"/>
            </a:pPr>
            <a:r>
              <a:rPr lang="en-US" dirty="0"/>
              <a:t>Feature engineering is the process of transforming raw data into features that are suitable for machine learning algorithms. It involves selecting, extracting, and transforming the most relevant information from the data to improve model performance.</a:t>
            </a:r>
          </a:p>
          <a:p>
            <a:pPr marL="285750" indent="-228600">
              <a:buFont typeface="Arial" panose="020B0604020202020204" pitchFamily="34" charset="0"/>
              <a:buChar char="•"/>
            </a:pPr>
            <a:r>
              <a:rPr lang="en-US" dirty="0"/>
              <a:t>A histogram shows the </a:t>
            </a:r>
            <a:r>
              <a:rPr lang="en-US" b="1" dirty="0"/>
              <a:t>distribution</a:t>
            </a:r>
            <a:r>
              <a:rPr lang="en-US" dirty="0"/>
              <a:t> of a single feature (</a:t>
            </a:r>
            <a:r>
              <a:rPr lang="en-US" err="1"/>
              <a:t>log_crim</a:t>
            </a:r>
            <a:r>
              <a:rPr lang="en-US" dirty="0"/>
              <a:t>) after transformation.</a:t>
            </a:r>
          </a:p>
          <a:p>
            <a:pPr marL="285750" indent="-228600">
              <a:buFont typeface="Arial" panose="020B0604020202020204" pitchFamily="34" charset="0"/>
              <a:buChar char="•"/>
            </a:pPr>
            <a:r>
              <a:rPr lang="en-US" dirty="0"/>
              <a:t>Log transformations often help in handling </a:t>
            </a:r>
            <a:r>
              <a:rPr lang="en-US" b="1" dirty="0"/>
              <a:t>skewed data</a:t>
            </a:r>
            <a:r>
              <a:rPr lang="en-US" dirty="0"/>
              <a:t> and make the feature more </a:t>
            </a:r>
            <a:r>
              <a:rPr lang="en-US" b="1" dirty="0"/>
              <a:t>normally distributed</a:t>
            </a:r>
            <a:r>
              <a:rPr lang="en-US" dirty="0"/>
              <a:t>.</a:t>
            </a:r>
          </a:p>
          <a:p>
            <a:pPr marL="285750" indent="-228600">
              <a:buFont typeface="Arial" panose="020B0604020202020204" pitchFamily="34" charset="0"/>
              <a:buChar char="•"/>
            </a:pPr>
            <a:r>
              <a:rPr lang="en-US" dirty="0"/>
              <a:t>The histogram makes it easy to observe how the transformation affects the feature's shape.</a:t>
            </a:r>
          </a:p>
          <a:p>
            <a:pPr marL="285750" indent="-228600">
              <a:buFont typeface="Arial" panose="020B0604020202020204" pitchFamily="34" charset="0"/>
              <a:buChar char="•"/>
            </a:pPr>
            <a:r>
              <a:rPr lang="en-US" b="1" dirty="0"/>
              <a:t>Before Transformation</a:t>
            </a:r>
            <a:r>
              <a:rPr lang="en-US" dirty="0"/>
              <a:t>:</a:t>
            </a:r>
          </a:p>
          <a:p>
            <a:pPr marL="285750" indent="-228600">
              <a:buFont typeface="Arial" panose="020B0604020202020204" pitchFamily="34" charset="0"/>
              <a:buChar char="•"/>
            </a:pPr>
            <a:r>
              <a:rPr lang="en-US" dirty="0"/>
              <a:t>A skewed feature may show a long tail in the histogram.</a:t>
            </a:r>
          </a:p>
          <a:p>
            <a:pPr marL="285750" indent="-228600">
              <a:buFont typeface="Arial" panose="020B0604020202020204" pitchFamily="34" charset="0"/>
              <a:buChar char="•"/>
            </a:pPr>
            <a:r>
              <a:rPr lang="en-US" b="1" dirty="0"/>
              <a:t>After Log Transformation</a:t>
            </a:r>
            <a:r>
              <a:rPr lang="en-US" dirty="0"/>
              <a:t>:</a:t>
            </a:r>
          </a:p>
          <a:p>
            <a:pPr marL="285750" indent="-228600">
              <a:buFont typeface="Arial" panose="020B0604020202020204" pitchFamily="34" charset="0"/>
              <a:buChar char="•"/>
            </a:pPr>
            <a:r>
              <a:rPr lang="en-US" dirty="0"/>
              <a:t>The histogram should show a more </a:t>
            </a:r>
            <a:r>
              <a:rPr lang="en-US" b="1" dirty="0"/>
              <a:t>symmetrical distribution</a:t>
            </a:r>
            <a:r>
              <a:rPr lang="en-US" dirty="0"/>
              <a:t> or reduced skewness.</a:t>
            </a:r>
          </a:p>
          <a:p>
            <a:pPr indent="-228600">
              <a:buFont typeface="Arial" panose="020B0604020202020204" pitchFamily="34" charset="0"/>
              <a:buChar char="•"/>
            </a:pPr>
            <a:endParaRPr lang="en-US" dirty="0"/>
          </a:p>
          <a:p>
            <a:pPr indent="-228600">
              <a:buFont typeface="Arial" panose="020B0604020202020204" pitchFamily="34" charset="0"/>
              <a:buChar char="•"/>
            </a:pPr>
            <a:endParaRPr lang="en-US" dirty="0"/>
          </a:p>
        </p:txBody>
      </p:sp>
      <p:pic>
        <p:nvPicPr>
          <p:cNvPr id="17" name="Picture 16" descr="A graph of a number of green bars&#10;&#10;Description automatically generated">
            <a:extLst>
              <a:ext uri="{FF2B5EF4-FFF2-40B4-BE49-F238E27FC236}">
                <a16:creationId xmlns:a16="http://schemas.microsoft.com/office/drawing/2014/main" id="{050C2AA4-0C7B-4E86-F38D-A6E90E60D892}"/>
              </a:ext>
            </a:extLst>
          </p:cNvPr>
          <p:cNvPicPr>
            <a:picLocks noChangeAspect="1"/>
          </p:cNvPicPr>
          <p:nvPr/>
        </p:nvPicPr>
        <p:blipFill>
          <a:blip r:embed="rId2"/>
          <a:stretch>
            <a:fillRect/>
          </a:stretch>
        </p:blipFill>
        <p:spPr>
          <a:xfrm>
            <a:off x="8202615" y="1359673"/>
            <a:ext cx="2205588" cy="2194560"/>
          </a:xfrm>
          <a:prstGeom prst="rect">
            <a:avLst/>
          </a:prstGeom>
        </p:spPr>
      </p:pic>
      <p:pic>
        <p:nvPicPr>
          <p:cNvPr id="16" name="Picture Placeholder 15" descr="A graph of a number of blue bars&#10;&#10;Description automatically generated">
            <a:extLst>
              <a:ext uri="{FF2B5EF4-FFF2-40B4-BE49-F238E27FC236}">
                <a16:creationId xmlns:a16="http://schemas.microsoft.com/office/drawing/2014/main" id="{FD82A44A-0F1D-451F-BF7F-3F06A0A24E84}"/>
              </a:ext>
            </a:extLst>
          </p:cNvPr>
          <p:cNvPicPr>
            <a:picLocks noGrp="1" noChangeAspect="1"/>
          </p:cNvPicPr>
          <p:nvPr>
            <p:ph type="pic" idx="1"/>
          </p:nvPr>
        </p:nvPicPr>
        <p:blipFill>
          <a:blip r:embed="rId3"/>
          <a:srcRect t="7289" b="7289"/>
          <a:stretch/>
        </p:blipFill>
        <p:spPr>
          <a:xfrm>
            <a:off x="7916718" y="4002587"/>
            <a:ext cx="2777383" cy="2194560"/>
          </a:xfrm>
          <a:prstGeom prst="rect">
            <a:avLst/>
          </a:prstGeom>
        </p:spPr>
      </p:pic>
    </p:spTree>
    <p:extLst>
      <p:ext uri="{BB962C8B-B14F-4D97-AF65-F5344CB8AC3E}">
        <p14:creationId xmlns:p14="http://schemas.microsoft.com/office/powerpoint/2010/main" val="3537146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A9F55B-D383-016D-36CE-B00B84C7B1E2}"/>
              </a:ext>
            </a:extLst>
          </p:cNvPr>
          <p:cNvSpPr>
            <a:spLocks noGrp="1"/>
          </p:cNvSpPr>
          <p:nvPr>
            <p:ph type="title"/>
          </p:nvPr>
        </p:nvSpPr>
        <p:spPr>
          <a:xfrm>
            <a:off x="1137033" y="670559"/>
            <a:ext cx="4683321" cy="2148841"/>
          </a:xfrm>
        </p:spPr>
        <p:txBody>
          <a:bodyPr vert="horz" lIns="91440" tIns="45720" rIns="91440" bIns="45720" rtlCol="0" anchor="t">
            <a:normAutofit/>
          </a:bodyPr>
          <a:lstStyle/>
          <a:p>
            <a:r>
              <a:rPr lang="en-US" sz="4400"/>
              <a:t>Feature Importance:</a:t>
            </a:r>
          </a:p>
        </p:txBody>
      </p:sp>
      <p:pic>
        <p:nvPicPr>
          <p:cNvPr id="5" name="Picture Placeholder 4" descr="A graph with blue bars&#10;&#10;Description automatically generated">
            <a:extLst>
              <a:ext uri="{FF2B5EF4-FFF2-40B4-BE49-F238E27FC236}">
                <a16:creationId xmlns:a16="http://schemas.microsoft.com/office/drawing/2014/main" id="{3027951C-265A-019E-DC99-896AC14CE8AD}"/>
              </a:ext>
            </a:extLst>
          </p:cNvPr>
          <p:cNvPicPr>
            <a:picLocks noGrp="1" noChangeAspect="1"/>
          </p:cNvPicPr>
          <p:nvPr>
            <p:ph type="pic" idx="1"/>
          </p:nvPr>
        </p:nvPicPr>
        <p:blipFill>
          <a:blip r:embed="rId2"/>
          <a:srcRect r="10652" b="3"/>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4" name="Text Placeholder 3">
            <a:extLst>
              <a:ext uri="{FF2B5EF4-FFF2-40B4-BE49-F238E27FC236}">
                <a16:creationId xmlns:a16="http://schemas.microsoft.com/office/drawing/2014/main" id="{EA2149B2-71F1-1D3D-AAAF-A8ECE20107C8}"/>
              </a:ext>
            </a:extLst>
          </p:cNvPr>
          <p:cNvSpPr>
            <a:spLocks noGrp="1"/>
          </p:cNvSpPr>
          <p:nvPr>
            <p:ph type="body" sz="half" idx="2"/>
          </p:nvPr>
        </p:nvSpPr>
        <p:spPr>
          <a:xfrm>
            <a:off x="6086665" y="670559"/>
            <a:ext cx="5808561" cy="5445076"/>
          </a:xfrm>
        </p:spPr>
        <p:txBody>
          <a:bodyPr vert="horz" lIns="91440" tIns="45720" rIns="91440" bIns="45720" rtlCol="0" anchor="t">
            <a:noAutofit/>
          </a:bodyPr>
          <a:lstStyle/>
          <a:p>
            <a:pPr marL="285750" indent="-228600">
              <a:buFont typeface="Arial" panose="020B0604020202020204" pitchFamily="34" charset="0"/>
              <a:buChar char="•"/>
            </a:pPr>
            <a:r>
              <a:rPr lang="en-US" sz="1400" b="1" dirty="0"/>
              <a:t>Overview</a:t>
            </a:r>
            <a:r>
              <a:rPr lang="en-US" sz="1400" dirty="0"/>
              <a:t>:</a:t>
            </a:r>
          </a:p>
          <a:p>
            <a:pPr marL="742950" lvl="1" indent="-228600">
              <a:buFont typeface="Arial" panose="020B0604020202020204" pitchFamily="34" charset="0"/>
              <a:buChar char="•"/>
            </a:pPr>
            <a:r>
              <a:rPr lang="en-US" dirty="0"/>
              <a:t>Feature importance helps identify which features contribute the most to the model's predictions.</a:t>
            </a:r>
          </a:p>
          <a:p>
            <a:pPr marL="742950" lvl="1" indent="-228600">
              <a:buFont typeface="Arial" panose="020B0604020202020204" pitchFamily="34" charset="0"/>
              <a:buChar char="•"/>
            </a:pPr>
            <a:r>
              <a:rPr lang="en-US" dirty="0"/>
              <a:t>We used the </a:t>
            </a:r>
            <a:r>
              <a:rPr lang="en-US" b="1" dirty="0"/>
              <a:t>Random Forest</a:t>
            </a:r>
            <a:r>
              <a:rPr lang="en-US" dirty="0"/>
              <a:t> model to compute feature importance scores.</a:t>
            </a:r>
          </a:p>
          <a:p>
            <a:pPr marL="285750" indent="-228600">
              <a:buFont typeface="Arial" panose="020B0604020202020204" pitchFamily="34" charset="0"/>
              <a:buChar char="•"/>
            </a:pPr>
            <a:r>
              <a:rPr lang="en-US" sz="1400" b="1" dirty="0"/>
              <a:t>Key Insights</a:t>
            </a:r>
            <a:r>
              <a:rPr lang="en-US" sz="1400" dirty="0"/>
              <a:t>:</a:t>
            </a:r>
          </a:p>
          <a:p>
            <a:pPr marL="742950" lvl="1" indent="-228600">
              <a:buFont typeface="Arial" panose="020B0604020202020204" pitchFamily="34" charset="0"/>
              <a:buChar char="•"/>
            </a:pPr>
            <a:r>
              <a:rPr lang="en-US" dirty="0"/>
              <a:t>The </a:t>
            </a:r>
            <a:r>
              <a:rPr lang="en-US" err="1"/>
              <a:t>barplot</a:t>
            </a:r>
            <a:r>
              <a:rPr lang="en-US" dirty="0"/>
              <a:t> shows the importance of each feature based on the Random Forest model.</a:t>
            </a:r>
          </a:p>
          <a:p>
            <a:pPr marL="742950" lvl="1" indent="-228600">
              <a:buFont typeface="Arial" panose="020B0604020202020204" pitchFamily="34" charset="0"/>
              <a:buChar char="•"/>
            </a:pPr>
            <a:r>
              <a:rPr lang="en-US" b="1" dirty="0"/>
              <a:t>Top Features</a:t>
            </a:r>
            <a:r>
              <a:rPr lang="en-US" dirty="0"/>
              <a:t>: Highlight the features with the highest importance scores as they play a major role in predicting the target variable.</a:t>
            </a:r>
          </a:p>
          <a:p>
            <a:pPr marL="742950" lvl="1" indent="-228600">
              <a:buFont typeface="Arial" panose="020B0604020202020204" pitchFamily="34" charset="0"/>
              <a:buChar char="•"/>
            </a:pPr>
            <a:r>
              <a:rPr lang="en-US" b="1" dirty="0"/>
              <a:t>Low-Importance Features</a:t>
            </a:r>
            <a:r>
              <a:rPr lang="en-US" dirty="0"/>
              <a:t>: These features contribute less and could potentially be removed for model optimization.</a:t>
            </a:r>
          </a:p>
          <a:p>
            <a:pPr marL="285750" indent="-228600">
              <a:buFont typeface="Arial" panose="020B0604020202020204" pitchFamily="34" charset="0"/>
              <a:buChar char="•"/>
            </a:pPr>
            <a:r>
              <a:rPr lang="en-US" sz="1400" b="1" dirty="0"/>
              <a:t>Why Feature Importance Matters</a:t>
            </a:r>
            <a:r>
              <a:rPr lang="en-US" sz="1400" dirty="0"/>
              <a:t>:</a:t>
            </a:r>
          </a:p>
          <a:p>
            <a:pPr marL="742950" lvl="1" indent="-228600">
              <a:buFont typeface="Arial" panose="020B0604020202020204" pitchFamily="34" charset="0"/>
              <a:buChar char="•"/>
            </a:pPr>
            <a:r>
              <a:rPr lang="en-US" dirty="0"/>
              <a:t>Helps in </a:t>
            </a:r>
            <a:r>
              <a:rPr lang="en-US" b="1" dirty="0"/>
              <a:t>dimensionality reduction</a:t>
            </a:r>
            <a:r>
              <a:rPr lang="en-US" dirty="0"/>
              <a:t> by eliminating irrelevant features.</a:t>
            </a:r>
          </a:p>
          <a:p>
            <a:pPr marL="742950" lvl="1" indent="-228600">
              <a:buFont typeface="Arial" panose="020B0604020202020204" pitchFamily="34" charset="0"/>
              <a:buChar char="•"/>
            </a:pPr>
            <a:r>
              <a:rPr lang="en-US" dirty="0"/>
              <a:t>Improves model </a:t>
            </a:r>
            <a:r>
              <a:rPr lang="en-US" b="1" dirty="0"/>
              <a:t>interpretability</a:t>
            </a:r>
            <a:r>
              <a:rPr lang="en-US" dirty="0"/>
              <a:t> and performance.</a:t>
            </a:r>
          </a:p>
          <a:p>
            <a:pPr lvl="1" indent="-228600">
              <a:buFont typeface="Arial" panose="020B0604020202020204" pitchFamily="34" charset="0"/>
              <a:buChar char="•"/>
            </a:pPr>
            <a:endParaRPr lang="en-US" dirty="0"/>
          </a:p>
          <a:p>
            <a:pPr lvl="1" indent="-228600">
              <a:buFont typeface="Arial" panose="020B0604020202020204" pitchFamily="34" charset="0"/>
              <a:buChar char="•"/>
            </a:pPr>
            <a:r>
              <a:rPr lang="en-US" b="1" dirty="0"/>
              <a:t>Visual</a:t>
            </a:r>
            <a:r>
              <a:rPr lang="en-US" dirty="0"/>
              <a:t>:</a:t>
            </a:r>
          </a:p>
          <a:p>
            <a:pPr marL="285750" indent="-228600">
              <a:buFont typeface="Arial" panose="020B0604020202020204" pitchFamily="34" charset="0"/>
              <a:buChar char="•"/>
            </a:pPr>
            <a:r>
              <a:rPr lang="en-US" sz="1400" dirty="0"/>
              <a:t>Include a </a:t>
            </a:r>
            <a:r>
              <a:rPr lang="en-US" sz="1400" b="1" err="1"/>
              <a:t>barplot</a:t>
            </a:r>
            <a:r>
              <a:rPr lang="en-US" sz="1400" dirty="0"/>
              <a:t> of feature importance with:</a:t>
            </a:r>
          </a:p>
          <a:p>
            <a:pPr marL="742950" lvl="1" indent="-228600">
              <a:buFont typeface="Arial" panose="020B0604020202020204" pitchFamily="34" charset="0"/>
              <a:buChar char="•"/>
            </a:pPr>
            <a:r>
              <a:rPr lang="en-US" dirty="0"/>
              <a:t>Features sorted in descending order of importance.</a:t>
            </a:r>
          </a:p>
          <a:p>
            <a:pPr marL="742950" lvl="1" indent="-228600">
              <a:buFont typeface="Arial" panose="020B0604020202020204" pitchFamily="34" charset="0"/>
              <a:buChar char="•"/>
            </a:pPr>
            <a:r>
              <a:rPr lang="en-US" dirty="0"/>
              <a:t>Highlight the </a:t>
            </a:r>
            <a:r>
              <a:rPr lang="en-US" b="1" dirty="0"/>
              <a:t>top 3 most important features</a:t>
            </a:r>
            <a:r>
              <a:rPr lang="en-US" dirty="0"/>
              <a:t> using a different color for emphasis.</a:t>
            </a:r>
          </a:p>
          <a:p>
            <a:pPr indent="-228600">
              <a:buFont typeface="Arial" panose="020B0604020202020204" pitchFamily="34" charset="0"/>
              <a:buChar char="•"/>
            </a:pPr>
            <a:endParaRPr lang="en-US" sz="1400" dirty="0"/>
          </a:p>
        </p:txBody>
      </p:sp>
    </p:spTree>
    <p:extLst>
      <p:ext uri="{BB962C8B-B14F-4D97-AF65-F5344CB8AC3E}">
        <p14:creationId xmlns:p14="http://schemas.microsoft.com/office/powerpoint/2010/main" val="300809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4B69BD7-DB29-AB88-6ADA-E6DA8909F2EE}"/>
              </a:ext>
            </a:extLst>
          </p:cNvPr>
          <p:cNvSpPr>
            <a:spLocks noGrp="1"/>
          </p:cNvSpPr>
          <p:nvPr>
            <p:ph type="title"/>
          </p:nvPr>
        </p:nvSpPr>
        <p:spPr>
          <a:xfrm>
            <a:off x="838199" y="1068891"/>
            <a:ext cx="4259731" cy="1985085"/>
          </a:xfrm>
        </p:spPr>
        <p:txBody>
          <a:bodyPr vert="horz" lIns="91440" tIns="45720" rIns="91440" bIns="45720" rtlCol="0" anchor="b">
            <a:normAutofit/>
          </a:bodyPr>
          <a:lstStyle/>
          <a:p>
            <a:pPr algn="ctr"/>
            <a:r>
              <a:rPr lang="en-US" sz="4400" kern="1200">
                <a:solidFill>
                  <a:schemeClr val="tx1"/>
                </a:solidFill>
                <a:latin typeface="+mj-lt"/>
                <a:ea typeface="+mj-ea"/>
                <a:cs typeface="+mj-cs"/>
              </a:rPr>
              <a:t>Model Comparison:</a:t>
            </a:r>
          </a:p>
        </p:txBody>
      </p:sp>
      <p:sp>
        <p:nvSpPr>
          <p:cNvPr id="22" name="Freeform: Shape 21">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3" name="Picture 12">
            <a:extLst>
              <a:ext uri="{FF2B5EF4-FFF2-40B4-BE49-F238E27FC236}">
                <a16:creationId xmlns:a16="http://schemas.microsoft.com/office/drawing/2014/main" id="{468D06D7-3D44-1B8F-250D-C0CBC2CEFBFC}"/>
              </a:ext>
            </a:extLst>
          </p:cNvPr>
          <p:cNvPicPr>
            <a:picLocks noChangeAspect="1"/>
          </p:cNvPicPr>
          <p:nvPr/>
        </p:nvPicPr>
        <p:blipFill>
          <a:blip r:embed="rId2"/>
          <a:stretch>
            <a:fillRect/>
          </a:stretch>
        </p:blipFill>
        <p:spPr>
          <a:xfrm>
            <a:off x="1049617" y="4273855"/>
            <a:ext cx="3836894" cy="1014111"/>
          </a:xfrm>
          <a:prstGeom prst="rect">
            <a:avLst/>
          </a:prstGeom>
        </p:spPr>
      </p:pic>
      <p:sp>
        <p:nvSpPr>
          <p:cNvPr id="24"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8" y="5840345"/>
            <a:ext cx="1707751"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105702FF-8CE5-3CF6-3423-E4244E41306C}"/>
              </a:ext>
            </a:extLst>
          </p:cNvPr>
          <p:cNvSpPr>
            <a:spLocks noGrp="1"/>
          </p:cNvSpPr>
          <p:nvPr>
            <p:ph type="body" sz="half" idx="2"/>
          </p:nvPr>
        </p:nvSpPr>
        <p:spPr>
          <a:xfrm>
            <a:off x="5411127" y="723153"/>
            <a:ext cx="6351002" cy="5392482"/>
          </a:xfrm>
        </p:spPr>
        <p:txBody>
          <a:bodyPr vert="horz" lIns="91440" tIns="45720" rIns="91440" bIns="45720" rtlCol="0" anchor="ctr">
            <a:normAutofit lnSpcReduction="10000"/>
          </a:bodyPr>
          <a:lstStyle/>
          <a:p>
            <a:pPr marL="285750" indent="-228600">
              <a:buFont typeface="Arial" panose="020B0604020202020204" pitchFamily="34" charset="0"/>
              <a:buChar char="•"/>
            </a:pPr>
            <a:r>
              <a:rPr lang="en-US" sz="1400" b="1" dirty="0"/>
              <a:t>Overview</a:t>
            </a:r>
            <a:r>
              <a:rPr lang="en-US" sz="1400" dirty="0"/>
              <a:t>:</a:t>
            </a:r>
          </a:p>
          <a:p>
            <a:pPr marL="285750" indent="-228600">
              <a:buFont typeface="Arial" panose="020B0604020202020204" pitchFamily="34" charset="0"/>
              <a:buChar char="•"/>
            </a:pPr>
            <a:r>
              <a:rPr lang="en-US" sz="1400" dirty="0"/>
              <a:t>To evaluate the performance of different regression models, we compared their </a:t>
            </a:r>
            <a:r>
              <a:rPr lang="en-US" sz="1400" b="1" dirty="0"/>
              <a:t>Mean Squared Error (MSE)</a:t>
            </a:r>
            <a:r>
              <a:rPr lang="en-US" sz="1400" dirty="0"/>
              <a:t> and </a:t>
            </a:r>
            <a:r>
              <a:rPr lang="en-US" sz="1400" b="1" dirty="0"/>
              <a:t>R² scores</a:t>
            </a:r>
            <a:r>
              <a:rPr lang="en-US" sz="1400" dirty="0"/>
              <a:t> on the test dataset.</a:t>
            </a:r>
          </a:p>
          <a:p>
            <a:pPr marL="285750" indent="-228600">
              <a:buFont typeface="Arial" panose="020B0604020202020204" pitchFamily="34" charset="0"/>
              <a:buChar char="•"/>
            </a:pPr>
            <a:r>
              <a:rPr lang="en-US" sz="1400" dirty="0"/>
              <a:t>Models included:</a:t>
            </a:r>
          </a:p>
          <a:p>
            <a:pPr marL="742950" lvl="1" indent="-228600">
              <a:buFont typeface="Arial" panose="020B0604020202020204" pitchFamily="34" charset="0"/>
              <a:buChar char="•"/>
            </a:pPr>
            <a:r>
              <a:rPr lang="en-US" b="1" dirty="0"/>
              <a:t>Linear Regression</a:t>
            </a:r>
            <a:endParaRPr lang="en-US" dirty="0"/>
          </a:p>
          <a:p>
            <a:pPr marL="742950" lvl="1" indent="-228600">
              <a:buFont typeface="Arial" panose="020B0604020202020204" pitchFamily="34" charset="0"/>
              <a:buChar char="•"/>
            </a:pPr>
            <a:r>
              <a:rPr lang="en-US" b="1" dirty="0"/>
              <a:t>Ridge Regression</a:t>
            </a:r>
            <a:endParaRPr lang="en-US" dirty="0"/>
          </a:p>
          <a:p>
            <a:pPr marL="742950" lvl="1" indent="-228600">
              <a:buFont typeface="Arial" panose="020B0604020202020204" pitchFamily="34" charset="0"/>
              <a:buChar char="•"/>
            </a:pPr>
            <a:r>
              <a:rPr lang="en-US" b="1" dirty="0"/>
              <a:t>Lasso Regression</a:t>
            </a:r>
            <a:endParaRPr lang="en-US" dirty="0"/>
          </a:p>
          <a:p>
            <a:pPr marL="742950" lvl="1" indent="-228600">
              <a:buFont typeface="Arial" panose="020B0604020202020204" pitchFamily="34" charset="0"/>
              <a:buChar char="•"/>
            </a:pPr>
            <a:r>
              <a:rPr lang="en-US" b="1" dirty="0"/>
              <a:t>Random Forest</a:t>
            </a:r>
            <a:endParaRPr lang="en-US" dirty="0"/>
          </a:p>
          <a:p>
            <a:pPr marL="742950" lvl="1" indent="-228600">
              <a:buFont typeface="Arial" panose="020B0604020202020204" pitchFamily="34" charset="0"/>
              <a:buChar char="•"/>
            </a:pPr>
            <a:r>
              <a:rPr lang="en-US" b="1" dirty="0"/>
              <a:t>Key Metrics</a:t>
            </a:r>
            <a:r>
              <a:rPr lang="en-US" dirty="0"/>
              <a:t>:</a:t>
            </a:r>
          </a:p>
          <a:p>
            <a:pPr marL="285750" indent="-228600">
              <a:buFont typeface="Arial" panose="020B0604020202020204" pitchFamily="34" charset="0"/>
              <a:buChar char="•"/>
            </a:pPr>
            <a:r>
              <a:rPr lang="en-US" sz="1400" b="1" dirty="0"/>
              <a:t>MSE (Mean Squared Error)</a:t>
            </a:r>
            <a:r>
              <a:rPr lang="en-US" sz="1400" dirty="0"/>
              <a:t>: Measures the average squared difference between predicted and actual values (lower is better).</a:t>
            </a:r>
          </a:p>
          <a:p>
            <a:pPr marL="285750" indent="-228600">
              <a:buFont typeface="Arial" panose="020B0604020202020204" pitchFamily="34" charset="0"/>
              <a:buChar char="•"/>
            </a:pPr>
            <a:r>
              <a:rPr lang="en-US" sz="1400" b="1" dirty="0"/>
              <a:t>R² Score</a:t>
            </a:r>
            <a:r>
              <a:rPr lang="en-US" sz="1400" dirty="0"/>
              <a:t>: Represents how well the model explains the variance in the target variable (higher is better).</a:t>
            </a:r>
          </a:p>
          <a:p>
            <a:pPr marL="285750" indent="-228600">
              <a:buFont typeface="Arial" panose="020B0604020202020204" pitchFamily="34" charset="0"/>
              <a:buChar char="•"/>
            </a:pPr>
            <a:r>
              <a:rPr lang="en-US" sz="1400" b="1" dirty="0"/>
              <a:t>Findings</a:t>
            </a:r>
            <a:r>
              <a:rPr lang="en-US" sz="1400" dirty="0"/>
              <a:t>:</a:t>
            </a:r>
          </a:p>
          <a:p>
            <a:pPr marL="285750" indent="-228600">
              <a:buFont typeface="Arial" panose="020B0604020202020204" pitchFamily="34" charset="0"/>
              <a:buChar char="•"/>
            </a:pPr>
            <a:r>
              <a:rPr lang="en-US" sz="1400" dirty="0"/>
              <a:t>The side-by-side bar chart shows that </a:t>
            </a:r>
            <a:r>
              <a:rPr lang="en-US" sz="1400" b="1" dirty="0"/>
              <a:t>Random Forest</a:t>
            </a:r>
            <a:r>
              <a:rPr lang="en-US" sz="1400" dirty="0"/>
              <a:t> performs best with the </a:t>
            </a:r>
            <a:r>
              <a:rPr lang="en-US" sz="1400" b="1" dirty="0"/>
              <a:t>lowest MSE</a:t>
            </a:r>
            <a:r>
              <a:rPr lang="en-US" sz="1400" dirty="0"/>
              <a:t> and </a:t>
            </a:r>
            <a:r>
              <a:rPr lang="en-US" sz="1400" b="1" dirty="0"/>
              <a:t>highest R² score</a:t>
            </a:r>
            <a:r>
              <a:rPr lang="en-US" sz="1400" dirty="0"/>
              <a:t>, indicating its superior predictive accuracy.</a:t>
            </a:r>
          </a:p>
          <a:p>
            <a:pPr marL="285750" indent="-228600">
              <a:buFont typeface="Arial" panose="020B0604020202020204" pitchFamily="34" charset="0"/>
              <a:buChar char="•"/>
            </a:pPr>
            <a:r>
              <a:rPr lang="en-US" sz="1400" b="1" dirty="0"/>
              <a:t>Linear Regression</a:t>
            </a:r>
            <a:r>
              <a:rPr lang="en-US" sz="1400" dirty="0"/>
              <a:t>, while simple, underperformed due to its inability to capture complex relationships.</a:t>
            </a:r>
          </a:p>
          <a:p>
            <a:pPr marL="285750" indent="-228600">
              <a:buFont typeface="Arial" panose="020B0604020202020204" pitchFamily="34" charset="0"/>
              <a:buChar char="•"/>
            </a:pPr>
            <a:r>
              <a:rPr lang="en-US" sz="1400" b="1" dirty="0"/>
              <a:t>Ridge</a:t>
            </a:r>
            <a:r>
              <a:rPr lang="en-US" sz="1400" dirty="0"/>
              <a:t> and </a:t>
            </a:r>
            <a:r>
              <a:rPr lang="en-US" sz="1400" b="1" dirty="0"/>
              <a:t>Lasso</a:t>
            </a:r>
            <a:r>
              <a:rPr lang="en-US" sz="1400" dirty="0"/>
              <a:t> show moderate improvements over Linear Regression due to regularization</a:t>
            </a:r>
            <a:r>
              <a:rPr lang="en-US" sz="1100" dirty="0"/>
              <a:t>.</a:t>
            </a:r>
          </a:p>
          <a:p>
            <a:pPr indent="-228600">
              <a:buFont typeface="Arial" panose="020B0604020202020204" pitchFamily="34" charset="0"/>
              <a:buChar char="•"/>
            </a:pPr>
            <a:endParaRPr lang="en-US" sz="1100"/>
          </a:p>
        </p:txBody>
      </p:sp>
    </p:spTree>
    <p:extLst>
      <p:ext uri="{BB962C8B-B14F-4D97-AF65-F5344CB8AC3E}">
        <p14:creationId xmlns:p14="http://schemas.microsoft.com/office/powerpoint/2010/main" val="3650801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Meiryo"/>
            </a:endParaRPr>
          </a:p>
        </p:txBody>
      </p:sp>
      <p:sp>
        <p:nvSpPr>
          <p:cNvPr id="2" name="Title 1">
            <a:extLst>
              <a:ext uri="{FF2B5EF4-FFF2-40B4-BE49-F238E27FC236}">
                <a16:creationId xmlns:a16="http://schemas.microsoft.com/office/drawing/2014/main" id="{C827DA72-5259-021F-1F54-B4D96BE9E9F2}"/>
              </a:ext>
            </a:extLst>
          </p:cNvPr>
          <p:cNvSpPr>
            <a:spLocks noGrp="1"/>
          </p:cNvSpPr>
          <p:nvPr>
            <p:ph type="title"/>
          </p:nvPr>
        </p:nvSpPr>
        <p:spPr>
          <a:xfrm>
            <a:off x="1920875" y="1514657"/>
            <a:ext cx="8769350" cy="717706"/>
          </a:xfrm>
        </p:spPr>
        <p:txBody>
          <a:bodyPr vert="horz" lIns="91440" tIns="45720" rIns="91440" bIns="45720" rtlCol="0" anchor="b">
            <a:normAutofit/>
          </a:bodyPr>
          <a:lstStyle/>
          <a:p>
            <a:pPr algn="ctr"/>
            <a:r>
              <a:rPr lang="en-US" sz="3600" kern="1200">
                <a:solidFill>
                  <a:schemeClr val="tx1"/>
                </a:solidFill>
                <a:latin typeface="+mj-lt"/>
                <a:ea typeface="+mj-ea"/>
                <a:cs typeface="+mj-cs"/>
              </a:rPr>
              <a:t>Hyperparameter Tuning:</a:t>
            </a:r>
          </a:p>
        </p:txBody>
      </p:sp>
      <p:sp>
        <p:nvSpPr>
          <p:cNvPr id="8" name="Freeform: Shape 11">
            <a:extLst>
              <a:ext uri="{FF2B5EF4-FFF2-40B4-BE49-F238E27FC236}">
                <a16:creationId xmlns:a16="http://schemas.microsoft.com/office/drawing/2014/main" id="{D845573F-F83A-4A47-B94A-2E6465F11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66883" y="557880"/>
            <a:ext cx="3458235" cy="2959687"/>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13">
            <a:extLst>
              <a:ext uri="{FF2B5EF4-FFF2-40B4-BE49-F238E27FC236}">
                <a16:creationId xmlns:a16="http://schemas.microsoft.com/office/drawing/2014/main" id="{E3E9CA91-0E2B-49CD-A0F6-2EA79F02F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07954" y="676385"/>
            <a:ext cx="3236724" cy="2678356"/>
          </a:xfrm>
          <a:custGeom>
            <a:avLst/>
            <a:gdLst>
              <a:gd name="connsiteX0" fmla="*/ 1852211 w 3236724"/>
              <a:gd name="connsiteY0" fmla="*/ 0 h 2678356"/>
              <a:gd name="connsiteX1" fmla="*/ 1852285 w 3236724"/>
              <a:gd name="connsiteY1" fmla="*/ 3 h 2678356"/>
              <a:gd name="connsiteX2" fmla="*/ 1852359 w 3236724"/>
              <a:gd name="connsiteY2" fmla="*/ 0 h 2678356"/>
              <a:gd name="connsiteX3" fmla="*/ 2434596 w 3236724"/>
              <a:gd name="connsiteY3" fmla="*/ 106974 h 2678356"/>
              <a:gd name="connsiteX4" fmla="*/ 2859238 w 3236724"/>
              <a:gd name="connsiteY4" fmla="*/ 395597 h 2678356"/>
              <a:gd name="connsiteX5" fmla="*/ 3236724 w 3236724"/>
              <a:gd name="connsiteY5" fmla="*/ 1417925 h 2678356"/>
              <a:gd name="connsiteX6" fmla="*/ 3068575 w 3236724"/>
              <a:gd name="connsiteY6" fmla="*/ 1837191 h 2678356"/>
              <a:gd name="connsiteX7" fmla="*/ 2570726 w 3236724"/>
              <a:gd name="connsiteY7" fmla="*/ 2227590 h 2678356"/>
              <a:gd name="connsiteX8" fmla="*/ 2461266 w 3236724"/>
              <a:gd name="connsiteY8" fmla="*/ 2302270 h 2678356"/>
              <a:gd name="connsiteX9" fmla="*/ 1561831 w 3236724"/>
              <a:gd name="connsiteY9" fmla="*/ 2678356 h 2678356"/>
              <a:gd name="connsiteX10" fmla="*/ 1561750 w 3236724"/>
              <a:gd name="connsiteY10" fmla="*/ 2678352 h 2678356"/>
              <a:gd name="connsiteX11" fmla="*/ 1561683 w 3236724"/>
              <a:gd name="connsiteY11" fmla="*/ 2678356 h 2678356"/>
              <a:gd name="connsiteX12" fmla="*/ 376860 w 3236724"/>
              <a:gd name="connsiteY12" fmla="*/ 2067039 h 2678356"/>
              <a:gd name="connsiteX13" fmla="*/ 250592 w 3236724"/>
              <a:gd name="connsiteY13" fmla="*/ 1910648 h 2678356"/>
              <a:gd name="connsiteX14" fmla="*/ 0 w 3236724"/>
              <a:gd name="connsiteY14" fmla="*/ 1417925 h 2678356"/>
              <a:gd name="connsiteX15" fmla="*/ 151411 w 3236724"/>
              <a:gd name="connsiteY15" fmla="*/ 887282 h 2678356"/>
              <a:gd name="connsiteX16" fmla="*/ 568971 w 3236724"/>
              <a:gd name="connsiteY16" fmla="*/ 431316 h 2678356"/>
              <a:gd name="connsiteX17" fmla="*/ 1172669 w 3236724"/>
              <a:gd name="connsiteY17" fmla="*/ 115107 h 2678356"/>
              <a:gd name="connsiteX18" fmla="*/ 1852211 w 3236724"/>
              <a:gd name="connsiteY18" fmla="*/ 0 h 267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36724" h="2678356">
                <a:moveTo>
                  <a:pt x="1852211" y="0"/>
                </a:moveTo>
                <a:lnTo>
                  <a:pt x="1852285" y="3"/>
                </a:lnTo>
                <a:lnTo>
                  <a:pt x="1852359" y="0"/>
                </a:lnTo>
                <a:cubicBezTo>
                  <a:pt x="2065168" y="0"/>
                  <a:pt x="2261029" y="36024"/>
                  <a:pt x="2434596" y="106974"/>
                </a:cubicBezTo>
                <a:cubicBezTo>
                  <a:pt x="2597258" y="173517"/>
                  <a:pt x="2740125" y="270643"/>
                  <a:pt x="2859238" y="395597"/>
                </a:cubicBezTo>
                <a:cubicBezTo>
                  <a:pt x="3102677" y="651072"/>
                  <a:pt x="3236724" y="1014131"/>
                  <a:pt x="3236724" y="1417925"/>
                </a:cubicBezTo>
                <a:cubicBezTo>
                  <a:pt x="3236724" y="1579026"/>
                  <a:pt x="3184842" y="1708324"/>
                  <a:pt x="3068575" y="1837191"/>
                </a:cubicBezTo>
                <a:cubicBezTo>
                  <a:pt x="2946961" y="1971994"/>
                  <a:pt x="2764225" y="2096154"/>
                  <a:pt x="2570726" y="2227590"/>
                </a:cubicBezTo>
                <a:cubicBezTo>
                  <a:pt x="2535026" y="2251811"/>
                  <a:pt x="2498146" y="2276888"/>
                  <a:pt x="2461266" y="2302270"/>
                </a:cubicBezTo>
                <a:cubicBezTo>
                  <a:pt x="2131149" y="2529427"/>
                  <a:pt x="1890211" y="2678356"/>
                  <a:pt x="1561831" y="2678356"/>
                </a:cubicBezTo>
                <a:lnTo>
                  <a:pt x="1561750" y="2678352"/>
                </a:lnTo>
                <a:lnTo>
                  <a:pt x="1561683" y="2678356"/>
                </a:lnTo>
                <a:cubicBezTo>
                  <a:pt x="1061332" y="2678356"/>
                  <a:pt x="706977" y="2495543"/>
                  <a:pt x="376860" y="2067039"/>
                </a:cubicBezTo>
                <a:cubicBezTo>
                  <a:pt x="333659" y="2010953"/>
                  <a:pt x="291431" y="1959945"/>
                  <a:pt x="250592" y="1910648"/>
                </a:cubicBezTo>
                <a:cubicBezTo>
                  <a:pt x="81331" y="1706243"/>
                  <a:pt x="0" y="1599944"/>
                  <a:pt x="0" y="1417925"/>
                </a:cubicBezTo>
                <a:cubicBezTo>
                  <a:pt x="0" y="1237191"/>
                  <a:pt x="50979" y="1058657"/>
                  <a:pt x="151411" y="887282"/>
                </a:cubicBezTo>
                <a:cubicBezTo>
                  <a:pt x="249689" y="719635"/>
                  <a:pt x="390195" y="566180"/>
                  <a:pt x="568971" y="431316"/>
                </a:cubicBezTo>
                <a:cubicBezTo>
                  <a:pt x="744691" y="298716"/>
                  <a:pt x="953401" y="189359"/>
                  <a:pt x="1172669" y="115107"/>
                </a:cubicBezTo>
                <a:cubicBezTo>
                  <a:pt x="1397840" y="38716"/>
                  <a:pt x="1626554" y="0"/>
                  <a:pt x="1852211" y="0"/>
                </a:cubicBezTo>
                <a:close/>
              </a:path>
            </a:pathLst>
          </a:custGeom>
          <a:solidFill>
            <a:schemeClr val="bg1">
              <a:alpha val="3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Picture 4" descr="A black text on a white background&#10;&#10;Description automatically generated">
            <a:extLst>
              <a:ext uri="{FF2B5EF4-FFF2-40B4-BE49-F238E27FC236}">
                <a16:creationId xmlns:a16="http://schemas.microsoft.com/office/drawing/2014/main" id="{E7586503-E8A1-9586-B99A-863FF47FF77B}"/>
              </a:ext>
            </a:extLst>
          </p:cNvPr>
          <p:cNvPicPr>
            <a:picLocks noChangeAspect="1"/>
          </p:cNvPicPr>
          <p:nvPr/>
        </p:nvPicPr>
        <p:blipFill>
          <a:blip r:embed="rId2"/>
          <a:stretch>
            <a:fillRect/>
          </a:stretch>
        </p:blipFill>
        <p:spPr>
          <a:xfrm>
            <a:off x="410763" y="862340"/>
            <a:ext cx="5285812" cy="655952"/>
          </a:xfrm>
          <a:prstGeom prst="rect">
            <a:avLst/>
          </a:prstGeom>
        </p:spPr>
      </p:pic>
      <p:sp>
        <p:nvSpPr>
          <p:cNvPr id="4" name="Text Placeholder 3">
            <a:extLst>
              <a:ext uri="{FF2B5EF4-FFF2-40B4-BE49-F238E27FC236}">
                <a16:creationId xmlns:a16="http://schemas.microsoft.com/office/drawing/2014/main" id="{1C75534A-A891-600F-2E20-56A8F67F8F4A}"/>
              </a:ext>
            </a:extLst>
          </p:cNvPr>
          <p:cNvSpPr>
            <a:spLocks noGrp="1"/>
          </p:cNvSpPr>
          <p:nvPr>
            <p:ph type="body" sz="half" idx="2"/>
          </p:nvPr>
        </p:nvSpPr>
        <p:spPr>
          <a:xfrm>
            <a:off x="1765891" y="2232362"/>
            <a:ext cx="8932863" cy="4090784"/>
          </a:xfrm>
        </p:spPr>
        <p:txBody>
          <a:bodyPr vert="horz" lIns="91440" tIns="45720" rIns="91440" bIns="45720" rtlCol="0" anchor="t">
            <a:noAutofit/>
          </a:bodyPr>
          <a:lstStyle/>
          <a:p>
            <a:pPr marL="285750" indent="-228600">
              <a:buFont typeface="Arial" panose="020B0604020202020204" pitchFamily="34" charset="0"/>
              <a:buChar char="•"/>
            </a:pPr>
            <a:r>
              <a:rPr lang="en-US" sz="1400" b="1" dirty="0"/>
              <a:t>Overview</a:t>
            </a:r>
            <a:r>
              <a:rPr lang="en-US" sz="1400" dirty="0"/>
              <a:t>:</a:t>
            </a:r>
            <a:endParaRPr lang="en-US"/>
          </a:p>
          <a:p>
            <a:pPr marL="285750" indent="-228600">
              <a:buFont typeface="Arial" panose="020B0604020202020204" pitchFamily="34" charset="0"/>
              <a:buChar char="•"/>
            </a:pPr>
            <a:r>
              <a:rPr lang="en-US" sz="1400" dirty="0"/>
              <a:t>Hyperparameter tuning is the process of finding the best model parameters that optimize performance.</a:t>
            </a:r>
          </a:p>
          <a:p>
            <a:pPr marL="285750" indent="-228600">
              <a:buFont typeface="Arial" panose="020B0604020202020204" pitchFamily="34" charset="0"/>
              <a:buChar char="•"/>
            </a:pPr>
            <a:r>
              <a:rPr lang="en-US" sz="1400" dirty="0"/>
              <a:t>For </a:t>
            </a:r>
            <a:r>
              <a:rPr lang="en-US" sz="1400" b="1" dirty="0"/>
              <a:t>Ridge Regression</a:t>
            </a:r>
            <a:r>
              <a:rPr lang="en-US" sz="1400" dirty="0"/>
              <a:t>, the key hyperparameter is </a:t>
            </a:r>
            <a:r>
              <a:rPr lang="en-US" sz="1400" b="1" dirty="0"/>
              <a:t>alpha</a:t>
            </a:r>
            <a:r>
              <a:rPr lang="en-US" sz="1400" dirty="0"/>
              <a:t> (controls the regularization strength).</a:t>
            </a:r>
          </a:p>
          <a:p>
            <a:pPr marL="285750" indent="-228600">
              <a:buFont typeface="Arial" panose="020B0604020202020204" pitchFamily="34" charset="0"/>
              <a:buChar char="•"/>
            </a:pPr>
            <a:r>
              <a:rPr lang="en-US" sz="1400" b="1" dirty="0"/>
              <a:t>Approach</a:t>
            </a:r>
            <a:r>
              <a:rPr lang="en-US" sz="1400" dirty="0"/>
              <a:t>:</a:t>
            </a:r>
          </a:p>
          <a:p>
            <a:pPr marL="285750" indent="-228600">
              <a:buFont typeface="Arial" panose="020B0604020202020204" pitchFamily="34" charset="0"/>
              <a:buChar char="•"/>
            </a:pPr>
            <a:r>
              <a:rPr lang="en-US" sz="1400" dirty="0"/>
              <a:t>We used </a:t>
            </a:r>
            <a:r>
              <a:rPr lang="en-US" sz="1400" b="1" dirty="0"/>
              <a:t>Grid Search Cross-Validation</a:t>
            </a:r>
            <a:r>
              <a:rPr lang="en-US" sz="1400" dirty="0"/>
              <a:t> to systematically test multiple values of alpha.</a:t>
            </a:r>
          </a:p>
          <a:p>
            <a:pPr marL="285750" indent="-228600">
              <a:buFont typeface="Arial" panose="020B0604020202020204" pitchFamily="34" charset="0"/>
              <a:buChar char="•"/>
            </a:pPr>
            <a:r>
              <a:rPr lang="en-US" sz="1400" dirty="0"/>
              <a:t>Grid Search evaluates each combination of hyperparameters and selects the one that yields the best performance based on a scoring metric (e.g., MSE).</a:t>
            </a:r>
          </a:p>
          <a:p>
            <a:pPr marL="285750" indent="-228600">
              <a:buFont typeface="Arial" panose="020B0604020202020204" pitchFamily="34" charset="0"/>
              <a:buChar char="•"/>
            </a:pPr>
            <a:r>
              <a:rPr lang="en-US" sz="1400" b="1" dirty="0"/>
              <a:t>Results</a:t>
            </a:r>
            <a:r>
              <a:rPr lang="en-US" sz="1400" dirty="0"/>
              <a:t>:</a:t>
            </a:r>
          </a:p>
          <a:p>
            <a:pPr marL="285750" indent="-228600">
              <a:buFont typeface="Arial" panose="020B0604020202020204" pitchFamily="34" charset="0"/>
              <a:buChar char="•"/>
            </a:pPr>
            <a:r>
              <a:rPr lang="en-US" sz="1400" dirty="0"/>
              <a:t>The Grid Search results identified the </a:t>
            </a:r>
            <a:r>
              <a:rPr lang="en-US" sz="1400" b="1" dirty="0"/>
              <a:t>best parameter</a:t>
            </a:r>
            <a:r>
              <a:rPr lang="en-US" sz="1400" dirty="0"/>
              <a:t>:</a:t>
            </a:r>
          </a:p>
          <a:p>
            <a:pPr marL="742950" lvl="1" indent="-228600">
              <a:buFont typeface="Arial" panose="020B0604020202020204" pitchFamily="34" charset="0"/>
              <a:buChar char="•"/>
            </a:pPr>
            <a:r>
              <a:rPr lang="en-US" b="1" dirty="0"/>
              <a:t>Alpha = 1.0</a:t>
            </a:r>
            <a:endParaRPr lang="en-US" dirty="0"/>
          </a:p>
          <a:p>
            <a:pPr marL="285750" indent="-228600">
              <a:buFont typeface="Arial" panose="020B0604020202020204" pitchFamily="34" charset="0"/>
              <a:buChar char="•"/>
            </a:pPr>
            <a:r>
              <a:rPr lang="en-US" sz="1400" dirty="0"/>
              <a:t>This value strikes a balance between minimizing overfitting and improving generalization.</a:t>
            </a:r>
          </a:p>
          <a:p>
            <a:pPr marL="285750" indent="-228600">
              <a:buFont typeface="Arial" panose="020B0604020202020204" pitchFamily="34" charset="0"/>
              <a:buChar char="•"/>
            </a:pPr>
            <a:r>
              <a:rPr lang="en-US" sz="1400" b="1" dirty="0"/>
              <a:t>Insights</a:t>
            </a:r>
            <a:r>
              <a:rPr lang="en-US" sz="1400" dirty="0"/>
              <a:t>:</a:t>
            </a:r>
          </a:p>
          <a:p>
            <a:pPr marL="285750" indent="-228600">
              <a:buFont typeface="Arial" panose="020B0604020202020204" pitchFamily="34" charset="0"/>
              <a:buChar char="•"/>
            </a:pPr>
            <a:r>
              <a:rPr lang="en-US" sz="1400" dirty="0"/>
              <a:t>Proper tuning of hyperparameters significantly improves model performance.</a:t>
            </a:r>
          </a:p>
          <a:p>
            <a:pPr marL="285750" indent="-228600">
              <a:buFont typeface="Arial" panose="020B0604020202020204" pitchFamily="34" charset="0"/>
              <a:buChar char="•"/>
            </a:pPr>
            <a:r>
              <a:rPr lang="en-US" sz="1400" dirty="0"/>
              <a:t>Regularization (via alpha) helps reduce model complexity, especially when dealing with multicollinearity or overfitting.</a:t>
            </a:r>
          </a:p>
          <a:p>
            <a:pPr indent="-228600">
              <a:buFont typeface="Arial" panose="020B0604020202020204" pitchFamily="34" charset="0"/>
              <a:buChar char="•"/>
            </a:pPr>
            <a:endParaRPr lang="en-US" sz="1400" dirty="0"/>
          </a:p>
        </p:txBody>
      </p:sp>
    </p:spTree>
    <p:extLst>
      <p:ext uri="{BB962C8B-B14F-4D97-AF65-F5344CB8AC3E}">
        <p14:creationId xmlns:p14="http://schemas.microsoft.com/office/powerpoint/2010/main" val="3970796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66F37A-1AFB-FDEA-F9E7-BB27E4A1DDFB}"/>
              </a:ext>
            </a:extLst>
          </p:cNvPr>
          <p:cNvSpPr>
            <a:spLocks noGrp="1"/>
          </p:cNvSpPr>
          <p:nvPr>
            <p:ph type="title"/>
          </p:nvPr>
        </p:nvSpPr>
        <p:spPr>
          <a:xfrm>
            <a:off x="2197101" y="735283"/>
            <a:ext cx="4978399" cy="3165045"/>
          </a:xfrm>
        </p:spPr>
        <p:txBody>
          <a:bodyPr vert="horz" lIns="91440" tIns="45720" rIns="91440" bIns="45720" rtlCol="0" anchor="b">
            <a:normAutofit/>
          </a:bodyPr>
          <a:lstStyle/>
          <a:p>
            <a:r>
              <a:rPr lang="en-US" sz="5200" kern="1200">
                <a:solidFill>
                  <a:schemeClr val="tx1"/>
                </a:solidFill>
                <a:latin typeface="+mj-lt"/>
                <a:ea typeface="+mj-ea"/>
                <a:cs typeface="+mj-cs"/>
              </a:rPr>
              <a:t>Thank You!!!</a:t>
            </a:r>
          </a:p>
        </p:txBody>
      </p:sp>
      <p:pic>
        <p:nvPicPr>
          <p:cNvPr id="6" name="Graphic 5" descr="Handshake">
            <a:extLst>
              <a:ext uri="{FF2B5EF4-FFF2-40B4-BE49-F238E27FC236}">
                <a16:creationId xmlns:a16="http://schemas.microsoft.com/office/drawing/2014/main" id="{C5A01581-2394-40EE-2D3E-94C29057C9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8" name="Graphic 7" descr="Handshake">
            <a:extLst>
              <a:ext uri="{FF2B5EF4-FFF2-40B4-BE49-F238E27FC236}">
                <a16:creationId xmlns:a16="http://schemas.microsoft.com/office/drawing/2014/main" id="{D020F85B-8EC9-4CA7-90D9-C9CF0FE0E8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11031867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DS Case Study 1</vt:lpstr>
      <vt:lpstr>Agenda:</vt:lpstr>
      <vt:lpstr>Handling Missing Values:</vt:lpstr>
      <vt:lpstr>Outlier Detection and Boxplot:</vt:lpstr>
      <vt:lpstr>Feature Engineering:</vt:lpstr>
      <vt:lpstr>Feature Importance:</vt:lpstr>
      <vt:lpstr>Model Comparison:</vt:lpstr>
      <vt:lpstr>Hyperparameter Tuning: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228</cp:revision>
  <dcterms:created xsi:type="dcterms:W3CDTF">2024-12-17T08:15:38Z</dcterms:created>
  <dcterms:modified xsi:type="dcterms:W3CDTF">2024-12-17T14:17:35Z</dcterms:modified>
</cp:coreProperties>
</file>